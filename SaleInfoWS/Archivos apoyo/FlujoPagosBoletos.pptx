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6" d="100"/>
          <a:sy n="76" d="100"/>
        </p:scale>
        <p:origin x="69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F7B6B8-C08B-4180-A43E-477B74522A4C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s-CO"/>
        </a:p>
      </dgm:t>
    </dgm:pt>
    <dgm:pt modelId="{9F54C95E-87D1-4B6A-B092-97FFE1BC3454}">
      <dgm:prSet phldrT="[Texto]" phldr="1"/>
      <dgm:spPr/>
      <dgm:t>
        <a:bodyPr/>
        <a:lstStyle/>
        <a:p>
          <a:endParaRPr lang="es-CO"/>
        </a:p>
      </dgm:t>
    </dgm:pt>
    <dgm:pt modelId="{9DC80491-5381-4F5E-91E7-49A71A863553}" type="parTrans" cxnId="{232F38F2-7FC7-4C23-89FC-866E39692F3B}">
      <dgm:prSet/>
      <dgm:spPr/>
      <dgm:t>
        <a:bodyPr/>
        <a:lstStyle/>
        <a:p>
          <a:endParaRPr lang="es-CO"/>
        </a:p>
      </dgm:t>
    </dgm:pt>
    <dgm:pt modelId="{9CBF1C8E-5A6F-4A76-807B-F2A49A7EF467}" type="sibTrans" cxnId="{232F38F2-7FC7-4C23-89FC-866E39692F3B}">
      <dgm:prSet/>
      <dgm:spPr/>
      <dgm:t>
        <a:bodyPr/>
        <a:lstStyle/>
        <a:p>
          <a:endParaRPr lang="es-CO"/>
        </a:p>
      </dgm:t>
    </dgm:pt>
    <dgm:pt modelId="{761AFA69-370F-4C98-9313-F16E95DCF341}">
      <dgm:prSet phldrT="[Texto]" phldr="1"/>
      <dgm:spPr/>
      <dgm:t>
        <a:bodyPr/>
        <a:lstStyle/>
        <a:p>
          <a:endParaRPr lang="es-CO"/>
        </a:p>
      </dgm:t>
    </dgm:pt>
    <dgm:pt modelId="{5A9502D4-5795-45E2-8DF4-8F4823DE5AA9}" type="parTrans" cxnId="{B22ACCF1-69A9-47E0-8594-8885E4E66897}">
      <dgm:prSet/>
      <dgm:spPr/>
      <dgm:t>
        <a:bodyPr/>
        <a:lstStyle/>
        <a:p>
          <a:endParaRPr lang="es-CO"/>
        </a:p>
      </dgm:t>
    </dgm:pt>
    <dgm:pt modelId="{F505EA4D-00E8-42F2-BEDD-6F16AFD769BD}" type="sibTrans" cxnId="{B22ACCF1-69A9-47E0-8594-8885E4E66897}">
      <dgm:prSet/>
      <dgm:spPr/>
      <dgm:t>
        <a:bodyPr/>
        <a:lstStyle/>
        <a:p>
          <a:endParaRPr lang="es-CO"/>
        </a:p>
      </dgm:t>
    </dgm:pt>
    <dgm:pt modelId="{387EBC49-5F83-4FEC-A74B-F8965AD49DE1}">
      <dgm:prSet phldrT="[Texto]" phldr="1"/>
      <dgm:spPr/>
      <dgm:t>
        <a:bodyPr/>
        <a:lstStyle/>
        <a:p>
          <a:endParaRPr lang="es-CO"/>
        </a:p>
      </dgm:t>
    </dgm:pt>
    <dgm:pt modelId="{593F4023-4461-4CF4-9305-3CDEDB23642A}" type="parTrans" cxnId="{E9B98D82-1AE3-4FFC-B330-231C1B391131}">
      <dgm:prSet/>
      <dgm:spPr/>
      <dgm:t>
        <a:bodyPr/>
        <a:lstStyle/>
        <a:p>
          <a:endParaRPr lang="es-CO"/>
        </a:p>
      </dgm:t>
    </dgm:pt>
    <dgm:pt modelId="{0D8F7A61-32C0-43C4-81C3-3BC4124B61D8}" type="sibTrans" cxnId="{E9B98D82-1AE3-4FFC-B330-231C1B391131}">
      <dgm:prSet/>
      <dgm:spPr/>
      <dgm:t>
        <a:bodyPr/>
        <a:lstStyle/>
        <a:p>
          <a:endParaRPr lang="es-CO"/>
        </a:p>
      </dgm:t>
    </dgm:pt>
    <dgm:pt modelId="{2347F125-2FF0-4021-9234-81BED9E3FDD7}">
      <dgm:prSet phldrT="[Texto]" phldr="1"/>
      <dgm:spPr/>
      <dgm:t>
        <a:bodyPr/>
        <a:lstStyle/>
        <a:p>
          <a:endParaRPr lang="es-CO"/>
        </a:p>
      </dgm:t>
    </dgm:pt>
    <dgm:pt modelId="{28257E8A-3326-438A-BED6-7E3E836D0996}" type="parTrans" cxnId="{96793AF5-AAA4-4737-BAB9-ECC888E5763F}">
      <dgm:prSet/>
      <dgm:spPr/>
      <dgm:t>
        <a:bodyPr/>
        <a:lstStyle/>
        <a:p>
          <a:endParaRPr lang="es-CO"/>
        </a:p>
      </dgm:t>
    </dgm:pt>
    <dgm:pt modelId="{38A1407E-A909-45FA-A2FF-4A48AC9378FC}" type="sibTrans" cxnId="{96793AF5-AAA4-4737-BAB9-ECC888E5763F}">
      <dgm:prSet/>
      <dgm:spPr/>
      <dgm:t>
        <a:bodyPr/>
        <a:lstStyle/>
        <a:p>
          <a:endParaRPr lang="es-CO"/>
        </a:p>
      </dgm:t>
    </dgm:pt>
    <dgm:pt modelId="{68BF6A51-DAAD-40A3-9941-9D26F7AED4DB}">
      <dgm:prSet phldrT="[Texto]" phldr="1"/>
      <dgm:spPr/>
      <dgm:t>
        <a:bodyPr/>
        <a:lstStyle/>
        <a:p>
          <a:endParaRPr lang="es-CO"/>
        </a:p>
      </dgm:t>
    </dgm:pt>
    <dgm:pt modelId="{F927934F-2A3B-4114-8894-25D0E3B5D5CA}" type="parTrans" cxnId="{060DAC29-E754-4BEE-88BB-3D869C3B4D4E}">
      <dgm:prSet/>
      <dgm:spPr/>
      <dgm:t>
        <a:bodyPr/>
        <a:lstStyle/>
        <a:p>
          <a:endParaRPr lang="es-CO"/>
        </a:p>
      </dgm:t>
    </dgm:pt>
    <dgm:pt modelId="{1DC5ECF5-9F4C-468B-8AC8-868F01B9BD7C}" type="sibTrans" cxnId="{060DAC29-E754-4BEE-88BB-3D869C3B4D4E}">
      <dgm:prSet/>
      <dgm:spPr/>
      <dgm:t>
        <a:bodyPr/>
        <a:lstStyle/>
        <a:p>
          <a:endParaRPr lang="es-CO"/>
        </a:p>
      </dgm:t>
    </dgm:pt>
    <dgm:pt modelId="{9E145BE5-2522-44B7-82BD-3DF783200655}">
      <dgm:prSet phldrT="[Texto]" phldr="1"/>
      <dgm:spPr/>
      <dgm:t>
        <a:bodyPr/>
        <a:lstStyle/>
        <a:p>
          <a:endParaRPr lang="es-CO"/>
        </a:p>
      </dgm:t>
    </dgm:pt>
    <dgm:pt modelId="{96E9EEEE-928C-4448-89D1-C8036F2B2429}" type="parTrans" cxnId="{209B771D-DA9D-4C46-8245-A87DDD5B2011}">
      <dgm:prSet/>
      <dgm:spPr/>
      <dgm:t>
        <a:bodyPr/>
        <a:lstStyle/>
        <a:p>
          <a:endParaRPr lang="es-CO"/>
        </a:p>
      </dgm:t>
    </dgm:pt>
    <dgm:pt modelId="{276BFDBB-8C31-4E4B-B0EC-693455FE5E82}" type="sibTrans" cxnId="{209B771D-DA9D-4C46-8245-A87DDD5B2011}">
      <dgm:prSet/>
      <dgm:spPr/>
      <dgm:t>
        <a:bodyPr/>
        <a:lstStyle/>
        <a:p>
          <a:endParaRPr lang="es-CO"/>
        </a:p>
      </dgm:t>
    </dgm:pt>
    <dgm:pt modelId="{7610EA47-2282-4734-9EA9-9855AD272DE8}">
      <dgm:prSet phldrT="[Texto]" phldr="1"/>
      <dgm:spPr/>
      <dgm:t>
        <a:bodyPr/>
        <a:lstStyle/>
        <a:p>
          <a:endParaRPr lang="es-CO"/>
        </a:p>
      </dgm:t>
    </dgm:pt>
    <dgm:pt modelId="{1B7091BF-3818-430A-9309-D88807601562}" type="parTrans" cxnId="{78CC3287-CBB1-41A0-A8D6-29362526C6C2}">
      <dgm:prSet/>
      <dgm:spPr/>
      <dgm:t>
        <a:bodyPr/>
        <a:lstStyle/>
        <a:p>
          <a:endParaRPr lang="es-CO"/>
        </a:p>
      </dgm:t>
    </dgm:pt>
    <dgm:pt modelId="{8A25D899-0E5D-4C29-ACD2-3E423338275E}" type="sibTrans" cxnId="{78CC3287-CBB1-41A0-A8D6-29362526C6C2}">
      <dgm:prSet/>
      <dgm:spPr/>
      <dgm:t>
        <a:bodyPr/>
        <a:lstStyle/>
        <a:p>
          <a:endParaRPr lang="es-CO"/>
        </a:p>
      </dgm:t>
    </dgm:pt>
    <dgm:pt modelId="{759F8EC4-8FAA-4B00-AD43-E95E5D401B6A}">
      <dgm:prSet phldrT="[Texto]" phldr="1"/>
      <dgm:spPr/>
      <dgm:t>
        <a:bodyPr/>
        <a:lstStyle/>
        <a:p>
          <a:endParaRPr lang="es-CO" dirty="0"/>
        </a:p>
      </dgm:t>
    </dgm:pt>
    <dgm:pt modelId="{DCF6A0D3-9164-44D5-BAC9-591F5AEA7949}" type="parTrans" cxnId="{B3E0B731-03ED-42F9-B53D-DE6129E7B4AB}">
      <dgm:prSet/>
      <dgm:spPr/>
      <dgm:t>
        <a:bodyPr/>
        <a:lstStyle/>
        <a:p>
          <a:endParaRPr lang="es-CO"/>
        </a:p>
      </dgm:t>
    </dgm:pt>
    <dgm:pt modelId="{1B857924-50BE-49B3-B567-2B41F0FD2FDC}" type="sibTrans" cxnId="{B3E0B731-03ED-42F9-B53D-DE6129E7B4AB}">
      <dgm:prSet/>
      <dgm:spPr/>
      <dgm:t>
        <a:bodyPr/>
        <a:lstStyle/>
        <a:p>
          <a:endParaRPr lang="es-CO"/>
        </a:p>
      </dgm:t>
    </dgm:pt>
    <dgm:pt modelId="{BB40D6E2-18B5-40C8-9CDE-931E308A0EFC}">
      <dgm:prSet phldrT="[Texto]" phldr="1"/>
      <dgm:spPr/>
      <dgm:t>
        <a:bodyPr/>
        <a:lstStyle/>
        <a:p>
          <a:endParaRPr lang="es-CO"/>
        </a:p>
      </dgm:t>
    </dgm:pt>
    <dgm:pt modelId="{CA3A86F8-0963-4CDA-B2E1-67CD8281A62D}" type="parTrans" cxnId="{B18B950B-1A50-4947-9945-D6A560D1D74D}">
      <dgm:prSet/>
      <dgm:spPr/>
      <dgm:t>
        <a:bodyPr/>
        <a:lstStyle/>
        <a:p>
          <a:endParaRPr lang="es-CO"/>
        </a:p>
      </dgm:t>
    </dgm:pt>
    <dgm:pt modelId="{2E77137E-B59C-4022-A64E-2BF4CF496CCD}" type="sibTrans" cxnId="{B18B950B-1A50-4947-9945-D6A560D1D74D}">
      <dgm:prSet/>
      <dgm:spPr/>
      <dgm:t>
        <a:bodyPr/>
        <a:lstStyle/>
        <a:p>
          <a:endParaRPr lang="es-CO"/>
        </a:p>
      </dgm:t>
    </dgm:pt>
    <dgm:pt modelId="{8C4D5ADC-C763-46E6-9370-66F0143B65F5}" type="pres">
      <dgm:prSet presAssocID="{B1F7B6B8-C08B-4180-A43E-477B74522A4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E43BD2C-C462-40DE-BCB1-3C700AD66717}" type="pres">
      <dgm:prSet presAssocID="{B1F7B6B8-C08B-4180-A43E-477B74522A4C}" presName="hierFlow" presStyleCnt="0"/>
      <dgm:spPr/>
    </dgm:pt>
    <dgm:pt modelId="{57515629-7DC0-48FC-8585-04F03262F59A}" type="pres">
      <dgm:prSet presAssocID="{B1F7B6B8-C08B-4180-A43E-477B74522A4C}" presName="firstBuf" presStyleCnt="0"/>
      <dgm:spPr/>
    </dgm:pt>
    <dgm:pt modelId="{29DC6D4F-8E89-4A87-819B-87F7AFA0FAA4}" type="pres">
      <dgm:prSet presAssocID="{B1F7B6B8-C08B-4180-A43E-477B74522A4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E4B0570-AC44-4F12-9CDC-527153F08C1E}" type="pres">
      <dgm:prSet presAssocID="{9F54C95E-87D1-4B6A-B092-97FFE1BC3454}" presName="Name17" presStyleCnt="0"/>
      <dgm:spPr/>
    </dgm:pt>
    <dgm:pt modelId="{ED519CBB-378D-49FE-AA5D-947ACE55EFD9}" type="pres">
      <dgm:prSet presAssocID="{9F54C95E-87D1-4B6A-B092-97FFE1BC3454}" presName="level1Shape" presStyleLbl="node0" presStyleIdx="0" presStyleCnt="1">
        <dgm:presLayoutVars>
          <dgm:chPref val="3"/>
        </dgm:presLayoutVars>
      </dgm:prSet>
      <dgm:spPr/>
    </dgm:pt>
    <dgm:pt modelId="{C2922853-C8D9-4A76-B386-D19189164A5D}" type="pres">
      <dgm:prSet presAssocID="{9F54C95E-87D1-4B6A-B092-97FFE1BC3454}" presName="hierChild2" presStyleCnt="0"/>
      <dgm:spPr/>
    </dgm:pt>
    <dgm:pt modelId="{D67E65C5-80BF-4D4B-A892-4AB7B0328EE0}" type="pres">
      <dgm:prSet presAssocID="{5A9502D4-5795-45E2-8DF4-8F4823DE5AA9}" presName="Name25" presStyleLbl="parChTrans1D2" presStyleIdx="0" presStyleCnt="2"/>
      <dgm:spPr/>
    </dgm:pt>
    <dgm:pt modelId="{ABF55AF6-46B6-432E-8E5B-694810C79E4D}" type="pres">
      <dgm:prSet presAssocID="{5A9502D4-5795-45E2-8DF4-8F4823DE5AA9}" presName="connTx" presStyleLbl="parChTrans1D2" presStyleIdx="0" presStyleCnt="2"/>
      <dgm:spPr/>
    </dgm:pt>
    <dgm:pt modelId="{A5C43C02-6598-4A6B-A032-E3CF48A78D32}" type="pres">
      <dgm:prSet presAssocID="{761AFA69-370F-4C98-9313-F16E95DCF341}" presName="Name30" presStyleCnt="0"/>
      <dgm:spPr/>
    </dgm:pt>
    <dgm:pt modelId="{EC5F2581-D0D6-4EF1-AAA9-8E6184DB0B15}" type="pres">
      <dgm:prSet presAssocID="{761AFA69-370F-4C98-9313-F16E95DCF341}" presName="level2Shape" presStyleLbl="node2" presStyleIdx="0" presStyleCnt="2"/>
      <dgm:spPr/>
    </dgm:pt>
    <dgm:pt modelId="{AADE71A9-9CD4-4D47-9D9D-E53246FD50D5}" type="pres">
      <dgm:prSet presAssocID="{761AFA69-370F-4C98-9313-F16E95DCF341}" presName="hierChild3" presStyleCnt="0"/>
      <dgm:spPr/>
    </dgm:pt>
    <dgm:pt modelId="{9E144609-1895-4EB2-82FC-5F2294EFAF08}" type="pres">
      <dgm:prSet presAssocID="{593F4023-4461-4CF4-9305-3CDEDB23642A}" presName="Name25" presStyleLbl="parChTrans1D3" presStyleIdx="0" presStyleCnt="3"/>
      <dgm:spPr/>
    </dgm:pt>
    <dgm:pt modelId="{1BBDC37E-8AB3-4C56-8AFF-FCC8C05B257B}" type="pres">
      <dgm:prSet presAssocID="{593F4023-4461-4CF4-9305-3CDEDB23642A}" presName="connTx" presStyleLbl="parChTrans1D3" presStyleIdx="0" presStyleCnt="3"/>
      <dgm:spPr/>
    </dgm:pt>
    <dgm:pt modelId="{680C4B27-F10B-42B6-BF69-3EE9BC57C034}" type="pres">
      <dgm:prSet presAssocID="{387EBC49-5F83-4FEC-A74B-F8965AD49DE1}" presName="Name30" presStyleCnt="0"/>
      <dgm:spPr/>
    </dgm:pt>
    <dgm:pt modelId="{1798970F-A1D5-4455-B53F-79F2F1B53076}" type="pres">
      <dgm:prSet presAssocID="{387EBC49-5F83-4FEC-A74B-F8965AD49DE1}" presName="level2Shape" presStyleLbl="node3" presStyleIdx="0" presStyleCnt="3"/>
      <dgm:spPr/>
    </dgm:pt>
    <dgm:pt modelId="{82B518E6-1593-4C68-B84B-87FAB3B88131}" type="pres">
      <dgm:prSet presAssocID="{387EBC49-5F83-4FEC-A74B-F8965AD49DE1}" presName="hierChild3" presStyleCnt="0"/>
      <dgm:spPr/>
    </dgm:pt>
    <dgm:pt modelId="{F56B46F7-08E4-4F8C-93BE-1DE712DC91BB}" type="pres">
      <dgm:prSet presAssocID="{28257E8A-3326-438A-BED6-7E3E836D0996}" presName="Name25" presStyleLbl="parChTrans1D3" presStyleIdx="1" presStyleCnt="3"/>
      <dgm:spPr/>
    </dgm:pt>
    <dgm:pt modelId="{BCB6615B-8464-42A2-8DC5-2BCAED04F40C}" type="pres">
      <dgm:prSet presAssocID="{28257E8A-3326-438A-BED6-7E3E836D0996}" presName="connTx" presStyleLbl="parChTrans1D3" presStyleIdx="1" presStyleCnt="3"/>
      <dgm:spPr/>
    </dgm:pt>
    <dgm:pt modelId="{6E977DAF-A63E-4389-A6D4-56B1B7C5FDE9}" type="pres">
      <dgm:prSet presAssocID="{2347F125-2FF0-4021-9234-81BED9E3FDD7}" presName="Name30" presStyleCnt="0"/>
      <dgm:spPr/>
    </dgm:pt>
    <dgm:pt modelId="{9FB81E4D-8E91-42C3-898F-818090A6C370}" type="pres">
      <dgm:prSet presAssocID="{2347F125-2FF0-4021-9234-81BED9E3FDD7}" presName="level2Shape" presStyleLbl="node3" presStyleIdx="1" presStyleCnt="3"/>
      <dgm:spPr/>
    </dgm:pt>
    <dgm:pt modelId="{0BE4D707-93B7-4D40-85F3-C420CBB26AC6}" type="pres">
      <dgm:prSet presAssocID="{2347F125-2FF0-4021-9234-81BED9E3FDD7}" presName="hierChild3" presStyleCnt="0"/>
      <dgm:spPr/>
    </dgm:pt>
    <dgm:pt modelId="{FD189046-14AB-4255-B1C5-F156410F1211}" type="pres">
      <dgm:prSet presAssocID="{F927934F-2A3B-4114-8894-25D0E3B5D5CA}" presName="Name25" presStyleLbl="parChTrans1D2" presStyleIdx="1" presStyleCnt="2"/>
      <dgm:spPr/>
    </dgm:pt>
    <dgm:pt modelId="{DDA3C101-0F2B-4EA7-8BBD-277B000AEDF9}" type="pres">
      <dgm:prSet presAssocID="{F927934F-2A3B-4114-8894-25D0E3B5D5CA}" presName="connTx" presStyleLbl="parChTrans1D2" presStyleIdx="1" presStyleCnt="2"/>
      <dgm:spPr/>
    </dgm:pt>
    <dgm:pt modelId="{2EC0EB87-6F0C-48BA-A4BC-AD0EB520FE50}" type="pres">
      <dgm:prSet presAssocID="{68BF6A51-DAAD-40A3-9941-9D26F7AED4DB}" presName="Name30" presStyleCnt="0"/>
      <dgm:spPr/>
    </dgm:pt>
    <dgm:pt modelId="{8E9F74D6-7447-4947-9DB0-0D0587BEDA2D}" type="pres">
      <dgm:prSet presAssocID="{68BF6A51-DAAD-40A3-9941-9D26F7AED4DB}" presName="level2Shape" presStyleLbl="node2" presStyleIdx="1" presStyleCnt="2"/>
      <dgm:spPr/>
    </dgm:pt>
    <dgm:pt modelId="{329D14C0-D5B5-4A7F-A93E-43DFBFC8077F}" type="pres">
      <dgm:prSet presAssocID="{68BF6A51-DAAD-40A3-9941-9D26F7AED4DB}" presName="hierChild3" presStyleCnt="0"/>
      <dgm:spPr/>
    </dgm:pt>
    <dgm:pt modelId="{C60BF4E0-0721-4189-83EB-0832D2BF3383}" type="pres">
      <dgm:prSet presAssocID="{96E9EEEE-928C-4448-89D1-C8036F2B2429}" presName="Name25" presStyleLbl="parChTrans1D3" presStyleIdx="2" presStyleCnt="3"/>
      <dgm:spPr/>
    </dgm:pt>
    <dgm:pt modelId="{28B91ECA-BB92-4579-9F27-82EBC75EF2FE}" type="pres">
      <dgm:prSet presAssocID="{96E9EEEE-928C-4448-89D1-C8036F2B2429}" presName="connTx" presStyleLbl="parChTrans1D3" presStyleIdx="2" presStyleCnt="3"/>
      <dgm:spPr/>
    </dgm:pt>
    <dgm:pt modelId="{945EAB96-A7B2-45BD-AC10-6807473A7ED6}" type="pres">
      <dgm:prSet presAssocID="{9E145BE5-2522-44B7-82BD-3DF783200655}" presName="Name30" presStyleCnt="0"/>
      <dgm:spPr/>
    </dgm:pt>
    <dgm:pt modelId="{EF266D45-7A22-47F9-9B75-A38F1626F296}" type="pres">
      <dgm:prSet presAssocID="{9E145BE5-2522-44B7-82BD-3DF783200655}" presName="level2Shape" presStyleLbl="node3" presStyleIdx="2" presStyleCnt="3"/>
      <dgm:spPr/>
    </dgm:pt>
    <dgm:pt modelId="{68700E31-7A85-4304-9367-9C72E15C8297}" type="pres">
      <dgm:prSet presAssocID="{9E145BE5-2522-44B7-82BD-3DF783200655}" presName="hierChild3" presStyleCnt="0"/>
      <dgm:spPr/>
    </dgm:pt>
    <dgm:pt modelId="{1A7BB4A6-4908-4FC6-AB10-6031E706A6C3}" type="pres">
      <dgm:prSet presAssocID="{B1F7B6B8-C08B-4180-A43E-477B74522A4C}" presName="bgShapesFlow" presStyleCnt="0"/>
      <dgm:spPr/>
    </dgm:pt>
    <dgm:pt modelId="{BF4463A3-ECBB-47FC-8CFD-2B1B8657A9B5}" type="pres">
      <dgm:prSet presAssocID="{7610EA47-2282-4734-9EA9-9855AD272DE8}" presName="rectComp" presStyleCnt="0"/>
      <dgm:spPr/>
    </dgm:pt>
    <dgm:pt modelId="{ACEBFDCA-F093-4BA9-8D64-D50EF619D213}" type="pres">
      <dgm:prSet presAssocID="{7610EA47-2282-4734-9EA9-9855AD272DE8}" presName="bgRect" presStyleLbl="bgShp" presStyleIdx="0" presStyleCnt="3"/>
      <dgm:spPr/>
    </dgm:pt>
    <dgm:pt modelId="{855A701B-4F7B-41E5-9258-810BAB260E04}" type="pres">
      <dgm:prSet presAssocID="{7610EA47-2282-4734-9EA9-9855AD272DE8}" presName="bgRectTx" presStyleLbl="bgShp" presStyleIdx="0" presStyleCnt="3">
        <dgm:presLayoutVars>
          <dgm:bulletEnabled val="1"/>
        </dgm:presLayoutVars>
      </dgm:prSet>
      <dgm:spPr/>
    </dgm:pt>
    <dgm:pt modelId="{F2F51257-68B3-4D16-B1DE-7A87D30CBA3C}" type="pres">
      <dgm:prSet presAssocID="{7610EA47-2282-4734-9EA9-9855AD272DE8}" presName="spComp" presStyleCnt="0"/>
      <dgm:spPr/>
    </dgm:pt>
    <dgm:pt modelId="{1925E2F4-6E88-4BE8-92BE-1EBE39268913}" type="pres">
      <dgm:prSet presAssocID="{7610EA47-2282-4734-9EA9-9855AD272DE8}" presName="hSp" presStyleCnt="0"/>
      <dgm:spPr/>
    </dgm:pt>
    <dgm:pt modelId="{2B132E72-698C-4D81-AB68-DDD0DB9179EF}" type="pres">
      <dgm:prSet presAssocID="{759F8EC4-8FAA-4B00-AD43-E95E5D401B6A}" presName="rectComp" presStyleCnt="0"/>
      <dgm:spPr/>
    </dgm:pt>
    <dgm:pt modelId="{045B6884-5BD2-40A2-9333-B43AADC638CD}" type="pres">
      <dgm:prSet presAssocID="{759F8EC4-8FAA-4B00-AD43-E95E5D401B6A}" presName="bgRect" presStyleLbl="bgShp" presStyleIdx="1" presStyleCnt="3"/>
      <dgm:spPr/>
    </dgm:pt>
    <dgm:pt modelId="{93A8FD7B-3CF1-46C1-B3D7-2C7FDCF2592C}" type="pres">
      <dgm:prSet presAssocID="{759F8EC4-8FAA-4B00-AD43-E95E5D401B6A}" presName="bgRectTx" presStyleLbl="bgShp" presStyleIdx="1" presStyleCnt="3">
        <dgm:presLayoutVars>
          <dgm:bulletEnabled val="1"/>
        </dgm:presLayoutVars>
      </dgm:prSet>
      <dgm:spPr/>
    </dgm:pt>
    <dgm:pt modelId="{CF1FBA43-221B-4D72-B4DA-C1DCA1F8DD75}" type="pres">
      <dgm:prSet presAssocID="{759F8EC4-8FAA-4B00-AD43-E95E5D401B6A}" presName="spComp" presStyleCnt="0"/>
      <dgm:spPr/>
    </dgm:pt>
    <dgm:pt modelId="{56574E76-E7A4-4C8D-AE14-DE8E3814F9C4}" type="pres">
      <dgm:prSet presAssocID="{759F8EC4-8FAA-4B00-AD43-E95E5D401B6A}" presName="hSp" presStyleCnt="0"/>
      <dgm:spPr/>
    </dgm:pt>
    <dgm:pt modelId="{F1D21866-A96D-422B-86EC-945213B70457}" type="pres">
      <dgm:prSet presAssocID="{BB40D6E2-18B5-40C8-9CDE-931E308A0EFC}" presName="rectComp" presStyleCnt="0"/>
      <dgm:spPr/>
    </dgm:pt>
    <dgm:pt modelId="{EFF09B25-89F8-496A-BE36-DACC2F7C7622}" type="pres">
      <dgm:prSet presAssocID="{BB40D6E2-18B5-40C8-9CDE-931E308A0EFC}" presName="bgRect" presStyleLbl="bgShp" presStyleIdx="2" presStyleCnt="3"/>
      <dgm:spPr/>
    </dgm:pt>
    <dgm:pt modelId="{CCE5F139-331D-478B-A3B2-697698DDA471}" type="pres">
      <dgm:prSet presAssocID="{BB40D6E2-18B5-40C8-9CDE-931E308A0EFC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B18B950B-1A50-4947-9945-D6A560D1D74D}" srcId="{B1F7B6B8-C08B-4180-A43E-477B74522A4C}" destId="{BB40D6E2-18B5-40C8-9CDE-931E308A0EFC}" srcOrd="3" destOrd="0" parTransId="{CA3A86F8-0963-4CDA-B2E1-67CD8281A62D}" sibTransId="{2E77137E-B59C-4022-A64E-2BF4CF496CCD}"/>
    <dgm:cxn modelId="{0157E21A-5AAD-44D2-A886-A3F5AA1DF0D8}" type="presOf" srcId="{2347F125-2FF0-4021-9234-81BED9E3FDD7}" destId="{9FB81E4D-8E91-42C3-898F-818090A6C370}" srcOrd="0" destOrd="0" presId="urn:microsoft.com/office/officeart/2005/8/layout/hierarchy5"/>
    <dgm:cxn modelId="{209B771D-DA9D-4C46-8245-A87DDD5B2011}" srcId="{68BF6A51-DAAD-40A3-9941-9D26F7AED4DB}" destId="{9E145BE5-2522-44B7-82BD-3DF783200655}" srcOrd="0" destOrd="0" parTransId="{96E9EEEE-928C-4448-89D1-C8036F2B2429}" sibTransId="{276BFDBB-8C31-4E4B-B0EC-693455FE5E82}"/>
    <dgm:cxn modelId="{1858641E-BDF4-4483-B0DF-007775D4B45B}" type="presOf" srcId="{28257E8A-3326-438A-BED6-7E3E836D0996}" destId="{F56B46F7-08E4-4F8C-93BE-1DE712DC91BB}" srcOrd="0" destOrd="0" presId="urn:microsoft.com/office/officeart/2005/8/layout/hierarchy5"/>
    <dgm:cxn modelId="{6B8DE324-4CE3-42F0-BA1C-598B7CA183AB}" type="presOf" srcId="{759F8EC4-8FAA-4B00-AD43-E95E5D401B6A}" destId="{045B6884-5BD2-40A2-9333-B43AADC638CD}" srcOrd="0" destOrd="0" presId="urn:microsoft.com/office/officeart/2005/8/layout/hierarchy5"/>
    <dgm:cxn modelId="{060DAC29-E754-4BEE-88BB-3D869C3B4D4E}" srcId="{9F54C95E-87D1-4B6A-B092-97FFE1BC3454}" destId="{68BF6A51-DAAD-40A3-9941-9D26F7AED4DB}" srcOrd="1" destOrd="0" parTransId="{F927934F-2A3B-4114-8894-25D0E3B5D5CA}" sibTransId="{1DC5ECF5-9F4C-468B-8AC8-868F01B9BD7C}"/>
    <dgm:cxn modelId="{B3E0B731-03ED-42F9-B53D-DE6129E7B4AB}" srcId="{B1F7B6B8-C08B-4180-A43E-477B74522A4C}" destId="{759F8EC4-8FAA-4B00-AD43-E95E5D401B6A}" srcOrd="2" destOrd="0" parTransId="{DCF6A0D3-9164-44D5-BAC9-591F5AEA7949}" sibTransId="{1B857924-50BE-49B3-B567-2B41F0FD2FDC}"/>
    <dgm:cxn modelId="{246AF03B-58A3-4040-A2E4-180DF91E407E}" type="presOf" srcId="{5A9502D4-5795-45E2-8DF4-8F4823DE5AA9}" destId="{ABF55AF6-46B6-432E-8E5B-694810C79E4D}" srcOrd="1" destOrd="0" presId="urn:microsoft.com/office/officeart/2005/8/layout/hierarchy5"/>
    <dgm:cxn modelId="{30FEB567-4D23-4F2B-8449-D01D83688388}" type="presOf" srcId="{5A9502D4-5795-45E2-8DF4-8F4823DE5AA9}" destId="{D67E65C5-80BF-4D4B-A892-4AB7B0328EE0}" srcOrd="0" destOrd="0" presId="urn:microsoft.com/office/officeart/2005/8/layout/hierarchy5"/>
    <dgm:cxn modelId="{CAF20B6D-36F1-4B83-90F7-0EBD873BE678}" type="presOf" srcId="{B1F7B6B8-C08B-4180-A43E-477B74522A4C}" destId="{8C4D5ADC-C763-46E6-9370-66F0143B65F5}" srcOrd="0" destOrd="0" presId="urn:microsoft.com/office/officeart/2005/8/layout/hierarchy5"/>
    <dgm:cxn modelId="{C56B1050-D23C-460C-A818-9048A233E603}" type="presOf" srcId="{7610EA47-2282-4734-9EA9-9855AD272DE8}" destId="{855A701B-4F7B-41E5-9258-810BAB260E04}" srcOrd="1" destOrd="0" presId="urn:microsoft.com/office/officeart/2005/8/layout/hierarchy5"/>
    <dgm:cxn modelId="{69843778-3822-4036-AE50-6EF40D268ACB}" type="presOf" srcId="{96E9EEEE-928C-4448-89D1-C8036F2B2429}" destId="{28B91ECA-BB92-4579-9F27-82EBC75EF2FE}" srcOrd="1" destOrd="0" presId="urn:microsoft.com/office/officeart/2005/8/layout/hierarchy5"/>
    <dgm:cxn modelId="{20CC035A-3F9B-4FAD-82B0-DF15BBF397B6}" type="presOf" srcId="{68BF6A51-DAAD-40A3-9941-9D26F7AED4DB}" destId="{8E9F74D6-7447-4947-9DB0-0D0587BEDA2D}" srcOrd="0" destOrd="0" presId="urn:microsoft.com/office/officeart/2005/8/layout/hierarchy5"/>
    <dgm:cxn modelId="{89A0C07D-20E5-4FB6-B4CA-0601CDEECB65}" type="presOf" srcId="{759F8EC4-8FAA-4B00-AD43-E95E5D401B6A}" destId="{93A8FD7B-3CF1-46C1-B3D7-2C7FDCF2592C}" srcOrd="1" destOrd="0" presId="urn:microsoft.com/office/officeart/2005/8/layout/hierarchy5"/>
    <dgm:cxn modelId="{E9B98D82-1AE3-4FFC-B330-231C1B391131}" srcId="{761AFA69-370F-4C98-9313-F16E95DCF341}" destId="{387EBC49-5F83-4FEC-A74B-F8965AD49DE1}" srcOrd="0" destOrd="0" parTransId="{593F4023-4461-4CF4-9305-3CDEDB23642A}" sibTransId="{0D8F7A61-32C0-43C4-81C3-3BC4124B61D8}"/>
    <dgm:cxn modelId="{14E6C985-3415-4F26-935B-36BDEE474C45}" type="presOf" srcId="{387EBC49-5F83-4FEC-A74B-F8965AD49DE1}" destId="{1798970F-A1D5-4455-B53F-79F2F1B53076}" srcOrd="0" destOrd="0" presId="urn:microsoft.com/office/officeart/2005/8/layout/hierarchy5"/>
    <dgm:cxn modelId="{78CC3287-CBB1-41A0-A8D6-29362526C6C2}" srcId="{B1F7B6B8-C08B-4180-A43E-477B74522A4C}" destId="{7610EA47-2282-4734-9EA9-9855AD272DE8}" srcOrd="1" destOrd="0" parTransId="{1B7091BF-3818-430A-9309-D88807601562}" sibTransId="{8A25D899-0E5D-4C29-ACD2-3E423338275E}"/>
    <dgm:cxn modelId="{778EA789-A554-4EFB-B361-2C67420E6754}" type="presOf" srcId="{F927934F-2A3B-4114-8894-25D0E3B5D5CA}" destId="{FD189046-14AB-4255-B1C5-F156410F1211}" srcOrd="0" destOrd="0" presId="urn:microsoft.com/office/officeart/2005/8/layout/hierarchy5"/>
    <dgm:cxn modelId="{78B57F8C-CDDF-47A1-BF39-7160EF928892}" type="presOf" srcId="{593F4023-4461-4CF4-9305-3CDEDB23642A}" destId="{9E144609-1895-4EB2-82FC-5F2294EFAF08}" srcOrd="0" destOrd="0" presId="urn:microsoft.com/office/officeart/2005/8/layout/hierarchy5"/>
    <dgm:cxn modelId="{796E3993-E6B9-4653-974F-3EADEBF47CAD}" type="presOf" srcId="{28257E8A-3326-438A-BED6-7E3E836D0996}" destId="{BCB6615B-8464-42A2-8DC5-2BCAED04F40C}" srcOrd="1" destOrd="0" presId="urn:microsoft.com/office/officeart/2005/8/layout/hierarchy5"/>
    <dgm:cxn modelId="{EF668796-90DC-46F1-A7CB-496914626F5A}" type="presOf" srcId="{761AFA69-370F-4C98-9313-F16E95DCF341}" destId="{EC5F2581-D0D6-4EF1-AAA9-8E6184DB0B15}" srcOrd="0" destOrd="0" presId="urn:microsoft.com/office/officeart/2005/8/layout/hierarchy5"/>
    <dgm:cxn modelId="{0A2000BD-888E-4C94-8BD8-DA4D1BAFBA7E}" type="presOf" srcId="{9E145BE5-2522-44B7-82BD-3DF783200655}" destId="{EF266D45-7A22-47F9-9B75-A38F1626F296}" srcOrd="0" destOrd="0" presId="urn:microsoft.com/office/officeart/2005/8/layout/hierarchy5"/>
    <dgm:cxn modelId="{4D206AC1-FF93-4065-BB89-DA95BC1AD7D1}" type="presOf" srcId="{BB40D6E2-18B5-40C8-9CDE-931E308A0EFC}" destId="{EFF09B25-89F8-496A-BE36-DACC2F7C7622}" srcOrd="0" destOrd="0" presId="urn:microsoft.com/office/officeart/2005/8/layout/hierarchy5"/>
    <dgm:cxn modelId="{003F63CE-98B8-4E6D-83A7-5F13BE41707C}" type="presOf" srcId="{F927934F-2A3B-4114-8894-25D0E3B5D5CA}" destId="{DDA3C101-0F2B-4EA7-8BBD-277B000AEDF9}" srcOrd="1" destOrd="0" presId="urn:microsoft.com/office/officeart/2005/8/layout/hierarchy5"/>
    <dgm:cxn modelId="{BCFD84D6-605D-4953-9678-EC180F77B869}" type="presOf" srcId="{BB40D6E2-18B5-40C8-9CDE-931E308A0EFC}" destId="{CCE5F139-331D-478B-A3B2-697698DDA471}" srcOrd="1" destOrd="0" presId="urn:microsoft.com/office/officeart/2005/8/layout/hierarchy5"/>
    <dgm:cxn modelId="{1A1D1FE7-8DAB-4B7B-A514-938CC084BB9E}" type="presOf" srcId="{96E9EEEE-928C-4448-89D1-C8036F2B2429}" destId="{C60BF4E0-0721-4189-83EB-0832D2BF3383}" srcOrd="0" destOrd="0" presId="urn:microsoft.com/office/officeart/2005/8/layout/hierarchy5"/>
    <dgm:cxn modelId="{DE2942ED-72B4-4657-96B4-B0B70D397601}" type="presOf" srcId="{9F54C95E-87D1-4B6A-B092-97FFE1BC3454}" destId="{ED519CBB-378D-49FE-AA5D-947ACE55EFD9}" srcOrd="0" destOrd="0" presId="urn:microsoft.com/office/officeart/2005/8/layout/hierarchy5"/>
    <dgm:cxn modelId="{B22ACCF1-69A9-47E0-8594-8885E4E66897}" srcId="{9F54C95E-87D1-4B6A-B092-97FFE1BC3454}" destId="{761AFA69-370F-4C98-9313-F16E95DCF341}" srcOrd="0" destOrd="0" parTransId="{5A9502D4-5795-45E2-8DF4-8F4823DE5AA9}" sibTransId="{F505EA4D-00E8-42F2-BEDD-6F16AFD769BD}"/>
    <dgm:cxn modelId="{232F38F2-7FC7-4C23-89FC-866E39692F3B}" srcId="{B1F7B6B8-C08B-4180-A43E-477B74522A4C}" destId="{9F54C95E-87D1-4B6A-B092-97FFE1BC3454}" srcOrd="0" destOrd="0" parTransId="{9DC80491-5381-4F5E-91E7-49A71A863553}" sibTransId="{9CBF1C8E-5A6F-4A76-807B-F2A49A7EF467}"/>
    <dgm:cxn modelId="{96793AF5-AAA4-4737-BAB9-ECC888E5763F}" srcId="{761AFA69-370F-4C98-9313-F16E95DCF341}" destId="{2347F125-2FF0-4021-9234-81BED9E3FDD7}" srcOrd="1" destOrd="0" parTransId="{28257E8A-3326-438A-BED6-7E3E836D0996}" sibTransId="{38A1407E-A909-45FA-A2FF-4A48AC9378FC}"/>
    <dgm:cxn modelId="{0EEDBDF7-520F-4BE3-99BB-51FC088CA753}" type="presOf" srcId="{7610EA47-2282-4734-9EA9-9855AD272DE8}" destId="{ACEBFDCA-F093-4BA9-8D64-D50EF619D213}" srcOrd="0" destOrd="0" presId="urn:microsoft.com/office/officeart/2005/8/layout/hierarchy5"/>
    <dgm:cxn modelId="{6FA2BCF8-E589-469E-8327-4F22AE146471}" type="presOf" srcId="{593F4023-4461-4CF4-9305-3CDEDB23642A}" destId="{1BBDC37E-8AB3-4C56-8AFF-FCC8C05B257B}" srcOrd="1" destOrd="0" presId="urn:microsoft.com/office/officeart/2005/8/layout/hierarchy5"/>
    <dgm:cxn modelId="{881CE45A-6FCA-4CED-9E2F-C3DEC572100A}" type="presParOf" srcId="{8C4D5ADC-C763-46E6-9370-66F0143B65F5}" destId="{1E43BD2C-C462-40DE-BCB1-3C700AD66717}" srcOrd="0" destOrd="0" presId="urn:microsoft.com/office/officeart/2005/8/layout/hierarchy5"/>
    <dgm:cxn modelId="{62C98901-B22E-43FB-9B0B-845580EBA425}" type="presParOf" srcId="{1E43BD2C-C462-40DE-BCB1-3C700AD66717}" destId="{57515629-7DC0-48FC-8585-04F03262F59A}" srcOrd="0" destOrd="0" presId="urn:microsoft.com/office/officeart/2005/8/layout/hierarchy5"/>
    <dgm:cxn modelId="{3FE5C912-D3C1-4F92-A885-9548CFBBF548}" type="presParOf" srcId="{1E43BD2C-C462-40DE-BCB1-3C700AD66717}" destId="{29DC6D4F-8E89-4A87-819B-87F7AFA0FAA4}" srcOrd="1" destOrd="0" presId="urn:microsoft.com/office/officeart/2005/8/layout/hierarchy5"/>
    <dgm:cxn modelId="{7D18F0B8-3528-456A-87B2-DD536F71F7BA}" type="presParOf" srcId="{29DC6D4F-8E89-4A87-819B-87F7AFA0FAA4}" destId="{8E4B0570-AC44-4F12-9CDC-527153F08C1E}" srcOrd="0" destOrd="0" presId="urn:microsoft.com/office/officeart/2005/8/layout/hierarchy5"/>
    <dgm:cxn modelId="{83BACADE-02E1-4996-A454-DDD01C3C20DC}" type="presParOf" srcId="{8E4B0570-AC44-4F12-9CDC-527153F08C1E}" destId="{ED519CBB-378D-49FE-AA5D-947ACE55EFD9}" srcOrd="0" destOrd="0" presId="urn:microsoft.com/office/officeart/2005/8/layout/hierarchy5"/>
    <dgm:cxn modelId="{E69DB117-BA07-4C42-96EE-DBE5A232AA15}" type="presParOf" srcId="{8E4B0570-AC44-4F12-9CDC-527153F08C1E}" destId="{C2922853-C8D9-4A76-B386-D19189164A5D}" srcOrd="1" destOrd="0" presId="urn:microsoft.com/office/officeart/2005/8/layout/hierarchy5"/>
    <dgm:cxn modelId="{B777C591-17A4-459F-9501-6CAF69608070}" type="presParOf" srcId="{C2922853-C8D9-4A76-B386-D19189164A5D}" destId="{D67E65C5-80BF-4D4B-A892-4AB7B0328EE0}" srcOrd="0" destOrd="0" presId="urn:microsoft.com/office/officeart/2005/8/layout/hierarchy5"/>
    <dgm:cxn modelId="{F9FEE26D-0ABB-4249-9297-6DCDC32000B3}" type="presParOf" srcId="{D67E65C5-80BF-4D4B-A892-4AB7B0328EE0}" destId="{ABF55AF6-46B6-432E-8E5B-694810C79E4D}" srcOrd="0" destOrd="0" presId="urn:microsoft.com/office/officeart/2005/8/layout/hierarchy5"/>
    <dgm:cxn modelId="{2830448C-8BB5-4485-A03A-965BF7E6E1AC}" type="presParOf" srcId="{C2922853-C8D9-4A76-B386-D19189164A5D}" destId="{A5C43C02-6598-4A6B-A032-E3CF48A78D32}" srcOrd="1" destOrd="0" presId="urn:microsoft.com/office/officeart/2005/8/layout/hierarchy5"/>
    <dgm:cxn modelId="{841145AF-61C5-45C7-A217-5E0DC8B023D1}" type="presParOf" srcId="{A5C43C02-6598-4A6B-A032-E3CF48A78D32}" destId="{EC5F2581-D0D6-4EF1-AAA9-8E6184DB0B15}" srcOrd="0" destOrd="0" presId="urn:microsoft.com/office/officeart/2005/8/layout/hierarchy5"/>
    <dgm:cxn modelId="{740EE830-3025-438C-BF42-8E72364617A5}" type="presParOf" srcId="{A5C43C02-6598-4A6B-A032-E3CF48A78D32}" destId="{AADE71A9-9CD4-4D47-9D9D-E53246FD50D5}" srcOrd="1" destOrd="0" presId="urn:microsoft.com/office/officeart/2005/8/layout/hierarchy5"/>
    <dgm:cxn modelId="{F4C3723A-42B0-4EB6-A7B7-238C353D5103}" type="presParOf" srcId="{AADE71A9-9CD4-4D47-9D9D-E53246FD50D5}" destId="{9E144609-1895-4EB2-82FC-5F2294EFAF08}" srcOrd="0" destOrd="0" presId="urn:microsoft.com/office/officeart/2005/8/layout/hierarchy5"/>
    <dgm:cxn modelId="{C83171AF-55A0-4257-AD7B-FC8B7B8B6DB5}" type="presParOf" srcId="{9E144609-1895-4EB2-82FC-5F2294EFAF08}" destId="{1BBDC37E-8AB3-4C56-8AFF-FCC8C05B257B}" srcOrd="0" destOrd="0" presId="urn:microsoft.com/office/officeart/2005/8/layout/hierarchy5"/>
    <dgm:cxn modelId="{BA0900E9-E69F-45BD-A559-2BE10AAF9F0C}" type="presParOf" srcId="{AADE71A9-9CD4-4D47-9D9D-E53246FD50D5}" destId="{680C4B27-F10B-42B6-BF69-3EE9BC57C034}" srcOrd="1" destOrd="0" presId="urn:microsoft.com/office/officeart/2005/8/layout/hierarchy5"/>
    <dgm:cxn modelId="{A9A6BC74-35C8-420A-BC3C-BBC8BBC13EBA}" type="presParOf" srcId="{680C4B27-F10B-42B6-BF69-3EE9BC57C034}" destId="{1798970F-A1D5-4455-B53F-79F2F1B53076}" srcOrd="0" destOrd="0" presId="urn:microsoft.com/office/officeart/2005/8/layout/hierarchy5"/>
    <dgm:cxn modelId="{5EC419D6-1315-4B12-9D3F-F2D0D07AADB3}" type="presParOf" srcId="{680C4B27-F10B-42B6-BF69-3EE9BC57C034}" destId="{82B518E6-1593-4C68-B84B-87FAB3B88131}" srcOrd="1" destOrd="0" presId="urn:microsoft.com/office/officeart/2005/8/layout/hierarchy5"/>
    <dgm:cxn modelId="{F3B82B64-202D-41AB-9008-428D4813E0B3}" type="presParOf" srcId="{AADE71A9-9CD4-4D47-9D9D-E53246FD50D5}" destId="{F56B46F7-08E4-4F8C-93BE-1DE712DC91BB}" srcOrd="2" destOrd="0" presId="urn:microsoft.com/office/officeart/2005/8/layout/hierarchy5"/>
    <dgm:cxn modelId="{8BCF5AC7-6E13-47D6-BF75-81F178C2B25F}" type="presParOf" srcId="{F56B46F7-08E4-4F8C-93BE-1DE712DC91BB}" destId="{BCB6615B-8464-42A2-8DC5-2BCAED04F40C}" srcOrd="0" destOrd="0" presId="urn:microsoft.com/office/officeart/2005/8/layout/hierarchy5"/>
    <dgm:cxn modelId="{28FF0F78-3986-4EE8-822C-36246960CF37}" type="presParOf" srcId="{AADE71A9-9CD4-4D47-9D9D-E53246FD50D5}" destId="{6E977DAF-A63E-4389-A6D4-56B1B7C5FDE9}" srcOrd="3" destOrd="0" presId="urn:microsoft.com/office/officeart/2005/8/layout/hierarchy5"/>
    <dgm:cxn modelId="{A441FB7A-0CC7-44DE-A2FD-E35525A93DFF}" type="presParOf" srcId="{6E977DAF-A63E-4389-A6D4-56B1B7C5FDE9}" destId="{9FB81E4D-8E91-42C3-898F-818090A6C370}" srcOrd="0" destOrd="0" presId="urn:microsoft.com/office/officeart/2005/8/layout/hierarchy5"/>
    <dgm:cxn modelId="{FD6D2501-7705-4A81-9369-07E7F8CC2341}" type="presParOf" srcId="{6E977DAF-A63E-4389-A6D4-56B1B7C5FDE9}" destId="{0BE4D707-93B7-4D40-85F3-C420CBB26AC6}" srcOrd="1" destOrd="0" presId="urn:microsoft.com/office/officeart/2005/8/layout/hierarchy5"/>
    <dgm:cxn modelId="{8182C942-3EC3-4285-A46C-706FBC43599D}" type="presParOf" srcId="{C2922853-C8D9-4A76-B386-D19189164A5D}" destId="{FD189046-14AB-4255-B1C5-F156410F1211}" srcOrd="2" destOrd="0" presId="urn:microsoft.com/office/officeart/2005/8/layout/hierarchy5"/>
    <dgm:cxn modelId="{FC702704-A0D4-4FC1-87EA-96875DF7F363}" type="presParOf" srcId="{FD189046-14AB-4255-B1C5-F156410F1211}" destId="{DDA3C101-0F2B-4EA7-8BBD-277B000AEDF9}" srcOrd="0" destOrd="0" presId="urn:microsoft.com/office/officeart/2005/8/layout/hierarchy5"/>
    <dgm:cxn modelId="{8AA25ABC-C774-473E-8789-8D2B2E5116F9}" type="presParOf" srcId="{C2922853-C8D9-4A76-B386-D19189164A5D}" destId="{2EC0EB87-6F0C-48BA-A4BC-AD0EB520FE50}" srcOrd="3" destOrd="0" presId="urn:microsoft.com/office/officeart/2005/8/layout/hierarchy5"/>
    <dgm:cxn modelId="{FC7302FF-7DDB-483E-B1CD-2ED19E2339C3}" type="presParOf" srcId="{2EC0EB87-6F0C-48BA-A4BC-AD0EB520FE50}" destId="{8E9F74D6-7447-4947-9DB0-0D0587BEDA2D}" srcOrd="0" destOrd="0" presId="urn:microsoft.com/office/officeart/2005/8/layout/hierarchy5"/>
    <dgm:cxn modelId="{D64CCAB3-2ECE-465F-B9DF-366AEF3490EF}" type="presParOf" srcId="{2EC0EB87-6F0C-48BA-A4BC-AD0EB520FE50}" destId="{329D14C0-D5B5-4A7F-A93E-43DFBFC8077F}" srcOrd="1" destOrd="0" presId="urn:microsoft.com/office/officeart/2005/8/layout/hierarchy5"/>
    <dgm:cxn modelId="{792EC305-F92F-4CA8-9932-B438020911B2}" type="presParOf" srcId="{329D14C0-D5B5-4A7F-A93E-43DFBFC8077F}" destId="{C60BF4E0-0721-4189-83EB-0832D2BF3383}" srcOrd="0" destOrd="0" presId="urn:microsoft.com/office/officeart/2005/8/layout/hierarchy5"/>
    <dgm:cxn modelId="{B6B5458F-3D33-4200-B222-875AEF90960E}" type="presParOf" srcId="{C60BF4E0-0721-4189-83EB-0832D2BF3383}" destId="{28B91ECA-BB92-4579-9F27-82EBC75EF2FE}" srcOrd="0" destOrd="0" presId="urn:microsoft.com/office/officeart/2005/8/layout/hierarchy5"/>
    <dgm:cxn modelId="{36DA9F4A-59DD-456D-93A3-635A5B61217E}" type="presParOf" srcId="{329D14C0-D5B5-4A7F-A93E-43DFBFC8077F}" destId="{945EAB96-A7B2-45BD-AC10-6807473A7ED6}" srcOrd="1" destOrd="0" presId="urn:microsoft.com/office/officeart/2005/8/layout/hierarchy5"/>
    <dgm:cxn modelId="{F246702A-9692-43D7-8F02-EDE501AF7A02}" type="presParOf" srcId="{945EAB96-A7B2-45BD-AC10-6807473A7ED6}" destId="{EF266D45-7A22-47F9-9B75-A38F1626F296}" srcOrd="0" destOrd="0" presId="urn:microsoft.com/office/officeart/2005/8/layout/hierarchy5"/>
    <dgm:cxn modelId="{D5866D8B-863A-4D0F-8B87-DDE603D45FEE}" type="presParOf" srcId="{945EAB96-A7B2-45BD-AC10-6807473A7ED6}" destId="{68700E31-7A85-4304-9367-9C72E15C8297}" srcOrd="1" destOrd="0" presId="urn:microsoft.com/office/officeart/2005/8/layout/hierarchy5"/>
    <dgm:cxn modelId="{B85FD396-C9D3-4E5A-BCA4-D44DAD02B070}" type="presParOf" srcId="{8C4D5ADC-C763-46E6-9370-66F0143B65F5}" destId="{1A7BB4A6-4908-4FC6-AB10-6031E706A6C3}" srcOrd="1" destOrd="0" presId="urn:microsoft.com/office/officeart/2005/8/layout/hierarchy5"/>
    <dgm:cxn modelId="{A82E6C3C-8250-4078-9FA3-2BE7D9146423}" type="presParOf" srcId="{1A7BB4A6-4908-4FC6-AB10-6031E706A6C3}" destId="{BF4463A3-ECBB-47FC-8CFD-2B1B8657A9B5}" srcOrd="0" destOrd="0" presId="urn:microsoft.com/office/officeart/2005/8/layout/hierarchy5"/>
    <dgm:cxn modelId="{8E3035AE-5FCE-447C-B36E-59A32FA38A89}" type="presParOf" srcId="{BF4463A3-ECBB-47FC-8CFD-2B1B8657A9B5}" destId="{ACEBFDCA-F093-4BA9-8D64-D50EF619D213}" srcOrd="0" destOrd="0" presId="urn:microsoft.com/office/officeart/2005/8/layout/hierarchy5"/>
    <dgm:cxn modelId="{C63AA864-2B1F-4563-BE80-2DE2DF192A70}" type="presParOf" srcId="{BF4463A3-ECBB-47FC-8CFD-2B1B8657A9B5}" destId="{855A701B-4F7B-41E5-9258-810BAB260E04}" srcOrd="1" destOrd="0" presId="urn:microsoft.com/office/officeart/2005/8/layout/hierarchy5"/>
    <dgm:cxn modelId="{214CFDC5-294F-4E3B-957C-4E943C6B86F2}" type="presParOf" srcId="{1A7BB4A6-4908-4FC6-AB10-6031E706A6C3}" destId="{F2F51257-68B3-4D16-B1DE-7A87D30CBA3C}" srcOrd="1" destOrd="0" presId="urn:microsoft.com/office/officeart/2005/8/layout/hierarchy5"/>
    <dgm:cxn modelId="{841C26D7-6DEF-47AA-A757-37634A8D3568}" type="presParOf" srcId="{F2F51257-68B3-4D16-B1DE-7A87D30CBA3C}" destId="{1925E2F4-6E88-4BE8-92BE-1EBE39268913}" srcOrd="0" destOrd="0" presId="urn:microsoft.com/office/officeart/2005/8/layout/hierarchy5"/>
    <dgm:cxn modelId="{0BFD516C-7B18-4BAD-B999-21F3664661EA}" type="presParOf" srcId="{1A7BB4A6-4908-4FC6-AB10-6031E706A6C3}" destId="{2B132E72-698C-4D81-AB68-DDD0DB9179EF}" srcOrd="2" destOrd="0" presId="urn:microsoft.com/office/officeart/2005/8/layout/hierarchy5"/>
    <dgm:cxn modelId="{9D372F59-8791-45E6-8D9D-6DB9825B4A22}" type="presParOf" srcId="{2B132E72-698C-4D81-AB68-DDD0DB9179EF}" destId="{045B6884-5BD2-40A2-9333-B43AADC638CD}" srcOrd="0" destOrd="0" presId="urn:microsoft.com/office/officeart/2005/8/layout/hierarchy5"/>
    <dgm:cxn modelId="{ECCE87CB-EFAF-429B-B47A-8B22C2C8488F}" type="presParOf" srcId="{2B132E72-698C-4D81-AB68-DDD0DB9179EF}" destId="{93A8FD7B-3CF1-46C1-B3D7-2C7FDCF2592C}" srcOrd="1" destOrd="0" presId="urn:microsoft.com/office/officeart/2005/8/layout/hierarchy5"/>
    <dgm:cxn modelId="{FB53141A-EFA8-4034-AC61-0A059B2C421D}" type="presParOf" srcId="{1A7BB4A6-4908-4FC6-AB10-6031E706A6C3}" destId="{CF1FBA43-221B-4D72-B4DA-C1DCA1F8DD75}" srcOrd="3" destOrd="0" presId="urn:microsoft.com/office/officeart/2005/8/layout/hierarchy5"/>
    <dgm:cxn modelId="{3C380840-8B24-41F3-B47B-D87EA259330E}" type="presParOf" srcId="{CF1FBA43-221B-4D72-B4DA-C1DCA1F8DD75}" destId="{56574E76-E7A4-4C8D-AE14-DE8E3814F9C4}" srcOrd="0" destOrd="0" presId="urn:microsoft.com/office/officeart/2005/8/layout/hierarchy5"/>
    <dgm:cxn modelId="{93EAA64C-1532-4C4B-9DFB-026C99A24D88}" type="presParOf" srcId="{1A7BB4A6-4908-4FC6-AB10-6031E706A6C3}" destId="{F1D21866-A96D-422B-86EC-945213B70457}" srcOrd="4" destOrd="0" presId="urn:microsoft.com/office/officeart/2005/8/layout/hierarchy5"/>
    <dgm:cxn modelId="{1FC62BEA-703B-4E18-8202-FA944E1D4455}" type="presParOf" srcId="{F1D21866-A96D-422B-86EC-945213B70457}" destId="{EFF09B25-89F8-496A-BE36-DACC2F7C7622}" srcOrd="0" destOrd="0" presId="urn:microsoft.com/office/officeart/2005/8/layout/hierarchy5"/>
    <dgm:cxn modelId="{B853E972-3FB5-4E57-B369-FEF28CE1A548}" type="presParOf" srcId="{F1D21866-A96D-422B-86EC-945213B70457}" destId="{CCE5F139-331D-478B-A3B2-697698DDA471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829E55-397C-483D-A04E-E8E7FAEB5440}" type="doc">
      <dgm:prSet loTypeId="urn:microsoft.com/office/officeart/2005/8/layout/hierarchy5" loCatId="hierarchy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F4D13B1A-C02F-40E6-B7E4-A7A2579B88FE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Forma de pago</a:t>
          </a:r>
          <a:endParaRPr lang="es-CO" sz="1050" dirty="0">
            <a:solidFill>
              <a:schemeClr val="tx1"/>
            </a:solidFill>
          </a:endParaRPr>
        </a:p>
      </dgm:t>
    </dgm:pt>
    <dgm:pt modelId="{7FC1EFEA-7AFC-4196-83AB-7AB9D75A9DF1}" type="parTrans" cxnId="{48C94235-4DDD-46E0-91C7-1A0DE8AE72BE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C98B5BA-D5F2-4707-93C9-5AD2D75D2798}" type="sibTrans" cxnId="{48C94235-4DDD-46E0-91C7-1A0DE8AE72BE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49D79625-5E2C-4D3C-8EAD-89D028DDA49F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PSE</a:t>
          </a:r>
          <a:endParaRPr lang="es-CO" sz="1050" dirty="0">
            <a:solidFill>
              <a:schemeClr val="tx1"/>
            </a:solidFill>
          </a:endParaRPr>
        </a:p>
      </dgm:t>
    </dgm:pt>
    <dgm:pt modelId="{11C56265-FD3E-4534-875B-2F18D30657AF}" type="parTrans" cxnId="{534F83DB-126F-4E41-98B1-A7D7A4298B63}">
      <dgm:prSet custT="1"/>
      <dgm:spPr/>
      <dgm:t>
        <a:bodyPr/>
        <a:lstStyle/>
        <a:p>
          <a:endParaRPr lang="es-CO" sz="1000">
            <a:solidFill>
              <a:schemeClr val="tx1"/>
            </a:solidFill>
          </a:endParaRPr>
        </a:p>
      </dgm:t>
    </dgm:pt>
    <dgm:pt modelId="{4FF53574-AF14-4F73-B0BC-58E0EBA8C453}" type="sibTrans" cxnId="{534F83DB-126F-4E41-98B1-A7D7A4298B6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5A25C4C6-B81B-4BEC-93CC-0A30F56EBFEE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Forma emisión</a:t>
          </a:r>
          <a:endParaRPr lang="es-CO" sz="1050" dirty="0">
            <a:solidFill>
              <a:schemeClr val="tx1"/>
            </a:solidFill>
          </a:endParaRPr>
        </a:p>
      </dgm:t>
    </dgm:pt>
    <dgm:pt modelId="{08CE0993-14E2-4DEE-A6E4-208CD9FDB860}" type="parTrans" cxnId="{D94DCA6F-94B0-4399-876E-DD7BC126EFD9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C2C7802A-35D5-47E1-AC67-6C31688DBCB0}" type="sibTrans" cxnId="{D94DCA6F-94B0-4399-876E-DD7BC126EFD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02E075E-2413-4228-89A7-88F015641CB8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fpcash</a:t>
          </a:r>
          <a:endParaRPr lang="es-CO" sz="1050" dirty="0">
            <a:solidFill>
              <a:schemeClr val="tx1"/>
            </a:solidFill>
          </a:endParaRPr>
        </a:p>
      </dgm:t>
    </dgm:pt>
    <dgm:pt modelId="{A900FD88-6BB5-447F-938C-F7BB7F51F4EF}" type="parTrans" cxnId="{36394702-DF5F-4CDE-A51B-74DE923B44AD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CA3F68A1-7ED8-49A5-BCFB-62201CC2C039}" type="sibTrans" cxnId="{36394702-DF5F-4CDE-A51B-74DE923B44A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529DF9FC-EE91-4FB4-96FE-30511B5AECAC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TC</a:t>
          </a:r>
          <a:endParaRPr lang="es-CO" sz="1050" dirty="0">
            <a:solidFill>
              <a:schemeClr val="tx1"/>
            </a:solidFill>
          </a:endParaRPr>
        </a:p>
      </dgm:t>
    </dgm:pt>
    <dgm:pt modelId="{9071CF15-1186-4902-964B-B98483075671}" type="parTrans" cxnId="{90987B4D-F907-488C-8577-E9A7A893EAA1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576845C8-DBFE-4910-BBF7-FA652DFC36E0}" type="sibTrans" cxnId="{90987B4D-F907-488C-8577-E9A7A893EAA1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4A0EFC6C-D2D3-449D-B5B0-5A7A7D6BABBB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Forma de emisión</a:t>
          </a:r>
          <a:endParaRPr lang="es-CO" sz="1050" dirty="0">
            <a:solidFill>
              <a:schemeClr val="tx1"/>
            </a:solidFill>
          </a:endParaRPr>
        </a:p>
      </dgm:t>
    </dgm:pt>
    <dgm:pt modelId="{76FFE70B-093B-4A78-9D8E-C08974DF5B78}" type="parTrans" cxnId="{6F5FEA67-6521-4176-A146-BA6411B62324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8E9D80DC-CAC8-4CBE-B192-A71153EAE6BA}" type="sibTrans" cxnId="{6F5FEA67-6521-4176-A146-BA6411B62324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2C410632-6F02-4E96-B935-D110D3E0576F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Crédito cliente</a:t>
          </a:r>
          <a:endParaRPr lang="es-CO" sz="1050" dirty="0">
            <a:solidFill>
              <a:schemeClr val="tx1"/>
            </a:solidFill>
          </a:endParaRPr>
        </a:p>
      </dgm:t>
    </dgm:pt>
    <dgm:pt modelId="{0BFED387-BC2D-40BF-BFC2-9006AA475F16}" type="parTrans" cxnId="{8C0EAC36-3EE1-475B-9F00-435DE0029746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982CB6D1-C6F8-4F60-A828-A444A6560D6B}" type="sibTrans" cxnId="{8C0EAC36-3EE1-475B-9F00-435DE0029746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A36CB83-E887-48E5-9B1F-A283265345BD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Datos que se envían</a:t>
          </a:r>
          <a:endParaRPr lang="es-CO" sz="1050" dirty="0">
            <a:solidFill>
              <a:schemeClr val="tx1"/>
            </a:solidFill>
          </a:endParaRPr>
        </a:p>
      </dgm:t>
    </dgm:pt>
    <dgm:pt modelId="{90FF8FA9-5C7C-4C88-BE94-59DBFA0A0B44}" type="parTrans" cxnId="{7AC64C0C-6D78-4227-AB4D-40D29E8CAE0A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6F16A4BB-7595-4E4D-AAB4-27087C7A368D}" type="sibTrans" cxnId="{7AC64C0C-6D78-4227-AB4D-40D29E8CAE0A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79935AE-AE73-4849-9C41-FE329EB16311}">
      <dgm:prSet phldrT="[Texto]" custT="1"/>
      <dgm:spPr/>
      <dgm:t>
        <a:bodyPr/>
        <a:lstStyle/>
        <a:p>
          <a:r>
            <a:rPr lang="es-CO" sz="1100" dirty="0">
              <a:solidFill>
                <a:schemeClr val="tx1"/>
              </a:solidFill>
            </a:rPr>
            <a:t>Vr$ de la aerolíneas</a:t>
          </a:r>
        </a:p>
      </dgm:t>
    </dgm:pt>
    <dgm:pt modelId="{FE496F90-A7F8-4F5E-BA51-4D6F14E5F3A0}" type="parTrans" cxnId="{F0D13240-7137-46FE-8D36-7B9CCE192312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DF61B028-3A38-4393-847F-1EFFEAAD15CE}" type="sibTrans" cxnId="{F0D13240-7137-46FE-8D36-7B9CCE19231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DDC2D0DE-F864-4A9A-8897-5E904ECBC35F}">
      <dgm:prSet phldrT="[Texto]" custT="1"/>
      <dgm:spPr/>
      <dgm:t>
        <a:bodyPr/>
        <a:lstStyle/>
        <a:p>
          <a:r>
            <a:rPr lang="es-CO" sz="1100" dirty="0">
              <a:solidFill>
                <a:schemeClr val="tx1"/>
              </a:solidFill>
            </a:rPr>
            <a:t>Vr$ del fee</a:t>
          </a:r>
        </a:p>
      </dgm:t>
    </dgm:pt>
    <dgm:pt modelId="{6CCBCB1C-49F5-44E6-895F-093B6919F92D}" type="parTrans" cxnId="{EA633BBB-8B20-45A5-8EB4-5782CF4BBDFA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A3523741-105C-406F-A5FD-6C7E3A014340}" type="sibTrans" cxnId="{EA633BBB-8B20-45A5-8EB4-5782CF4BBDFA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C135BC07-38F7-464E-8A74-ECE8E63D058E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fpTC</a:t>
          </a:r>
          <a:endParaRPr lang="es-CO" sz="1050" dirty="0">
            <a:solidFill>
              <a:schemeClr val="tx1"/>
            </a:solidFill>
          </a:endParaRPr>
        </a:p>
      </dgm:t>
    </dgm:pt>
    <dgm:pt modelId="{953E78A9-1A6D-4819-9B01-80630FA80534}" type="parTrans" cxnId="{E42BDF72-4262-40F5-BF4D-A99982A25A72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4E92FF11-6EB4-4187-BCAF-AABE55C2E72B}" type="sibTrans" cxnId="{E42BDF72-4262-40F5-BF4D-A99982A25A7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482199A2-DBBE-4E5A-8AF3-EC5D8E636575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Datos que se envían</a:t>
          </a:r>
          <a:endParaRPr lang="es-CO" sz="1050" dirty="0">
            <a:solidFill>
              <a:schemeClr val="tx1"/>
            </a:solidFill>
          </a:endParaRPr>
        </a:p>
      </dgm:t>
    </dgm:pt>
    <dgm:pt modelId="{FBA5B754-6450-4498-A33D-5A1195B290C6}" type="parTrans" cxnId="{A9377716-81A3-46E7-A8AB-7FEFD9FF0A4F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8091F787-76ED-422B-9E22-5EFE702E9CFF}" type="sibTrans" cxnId="{A9377716-81A3-46E7-A8AB-7FEFD9FF0A4F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A0E97400-C9F1-4007-B77B-DF78AA14A7A5}">
      <dgm:prSet phldrT="[Texto]" custT="1"/>
      <dgm:spPr/>
      <dgm:t>
        <a:bodyPr/>
        <a:lstStyle/>
        <a:p>
          <a:r>
            <a:rPr lang="es-CO" sz="1050">
              <a:solidFill>
                <a:schemeClr val="tx1"/>
              </a:solidFill>
            </a:rPr>
            <a:t>UATP/Airplus/b2bwallet</a:t>
          </a:r>
          <a:endParaRPr lang="es-CO" sz="1050" dirty="0">
            <a:solidFill>
              <a:schemeClr val="tx1"/>
            </a:solidFill>
          </a:endParaRPr>
        </a:p>
      </dgm:t>
    </dgm:pt>
    <dgm:pt modelId="{BCA52B8B-A5F5-4304-B26B-A9ABD9474B71}" type="parTrans" cxnId="{3B7F4048-67E1-462B-9F55-CD6F9AAD0DE8}">
      <dgm:prSet custT="1"/>
      <dgm:spPr/>
      <dgm:t>
        <a:bodyPr/>
        <a:lstStyle/>
        <a:p>
          <a:endParaRPr lang="es-CO" sz="1000">
            <a:solidFill>
              <a:schemeClr val="tx1"/>
            </a:solidFill>
          </a:endParaRPr>
        </a:p>
      </dgm:t>
    </dgm:pt>
    <dgm:pt modelId="{E8F35FE3-5E33-4922-9283-7A79BB1E290B}" type="sibTrans" cxnId="{3B7F4048-67E1-462B-9F55-CD6F9AAD0DE8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0E824628-B87C-4C64-B6ED-6BFAB473A2BB}">
      <dgm:prSet phldrT="[Texto]" custT="1"/>
      <dgm:spPr/>
      <dgm:t>
        <a:bodyPr/>
        <a:lstStyle/>
        <a:p>
          <a:r>
            <a:rPr lang="es-CO" sz="900" dirty="0">
              <a:solidFill>
                <a:schemeClr val="tx1"/>
              </a:solidFill>
            </a:rPr>
            <a:t>Vr$ de la aerolínea (</a:t>
          </a:r>
          <a:r>
            <a:rPr lang="es-CO" sz="900" dirty="0" err="1">
              <a:solidFill>
                <a:schemeClr val="tx1"/>
              </a:solidFill>
            </a:rPr>
            <a:t>Num</a:t>
          </a:r>
          <a:r>
            <a:rPr lang="es-CO" sz="900" dirty="0">
              <a:solidFill>
                <a:schemeClr val="tx1"/>
              </a:solidFill>
            </a:rPr>
            <a:t>. Auto 1)</a:t>
          </a:r>
        </a:p>
      </dgm:t>
    </dgm:pt>
    <dgm:pt modelId="{5FF8F786-BEFD-4A7A-9140-69987C138CDB}" type="parTrans" cxnId="{268499AB-7450-4D1C-8155-DE8A82489F50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CBEC7E18-9299-4465-95DC-AD9C5F50B3D4}" type="sibTrans" cxnId="{268499AB-7450-4D1C-8155-DE8A82489F50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EDE87C90-4801-41EA-BB19-9570572CDA46}">
      <dgm:prSet phldrT="[Texto]" custT="1"/>
      <dgm:spPr/>
      <dgm:t>
        <a:bodyPr/>
        <a:lstStyle/>
        <a:p>
          <a:r>
            <a:rPr lang="es-MX" sz="1100" dirty="0">
              <a:solidFill>
                <a:schemeClr val="tx1"/>
              </a:solidFill>
            </a:rPr>
            <a:t>Vr$ del fee (</a:t>
          </a:r>
          <a:r>
            <a:rPr lang="es-CO" sz="1100" dirty="0" err="1">
              <a:solidFill>
                <a:schemeClr val="tx1"/>
              </a:solidFill>
            </a:rPr>
            <a:t>Num</a:t>
          </a:r>
          <a:r>
            <a:rPr lang="es-CO" sz="1100" dirty="0">
              <a:solidFill>
                <a:schemeClr val="tx1"/>
              </a:solidFill>
            </a:rPr>
            <a:t>. Auto</a:t>
          </a:r>
          <a:r>
            <a:rPr lang="es-MX" sz="1100" dirty="0">
              <a:solidFill>
                <a:schemeClr val="tx1"/>
              </a:solidFill>
            </a:rPr>
            <a:t> 2)</a:t>
          </a:r>
          <a:endParaRPr lang="es-CO" sz="1100" dirty="0">
            <a:solidFill>
              <a:schemeClr val="tx1"/>
            </a:solidFill>
          </a:endParaRPr>
        </a:p>
      </dgm:t>
    </dgm:pt>
    <dgm:pt modelId="{4BC9CD26-79B3-4ABA-9C41-0D58591BA94C}" type="parTrans" cxnId="{077DE5CB-B341-4790-A004-7F4F3E82BE26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7D5A5277-5C35-43B9-BCC9-2DFEED7AA0BE}" type="sibTrans" cxnId="{077DE5CB-B341-4790-A004-7F4F3E82BE26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6504EB93-CB70-47CB-A1DC-B665546F8E80}">
      <dgm:prSet phldrT="[Texto]" custT="1"/>
      <dgm:spPr/>
      <dgm:t>
        <a:bodyPr/>
        <a:lstStyle/>
        <a:p>
          <a:r>
            <a:rPr lang="es-MX" sz="800" dirty="0" err="1">
              <a:solidFill>
                <a:schemeClr val="tx1"/>
              </a:solidFill>
            </a:rPr>
            <a:t>Fpcash</a:t>
          </a:r>
          <a:r>
            <a:rPr lang="es-MX" sz="800" dirty="0">
              <a:solidFill>
                <a:schemeClr val="tx1"/>
              </a:solidFill>
            </a:rPr>
            <a:t>(Dinero ingreso a la agencia)</a:t>
          </a:r>
          <a:endParaRPr lang="es-CO" sz="800" dirty="0">
            <a:solidFill>
              <a:schemeClr val="tx1"/>
            </a:solidFill>
          </a:endParaRPr>
        </a:p>
      </dgm:t>
    </dgm:pt>
    <dgm:pt modelId="{BFC90B48-42B6-42BE-9B39-6B139260FEEB}" type="parTrans" cxnId="{BF209648-966F-4476-87CD-9BF1C627AB59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86F8BF18-F03F-4CEC-9EE1-1AF5951529AA}" type="sibTrans" cxnId="{BF209648-966F-4476-87CD-9BF1C627AB5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116FBAC-5B2D-4F67-8AF1-F27609A2A855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Datos que se envían</a:t>
          </a:r>
          <a:endParaRPr lang="es-CO" sz="1050" dirty="0">
            <a:solidFill>
              <a:schemeClr val="tx1"/>
            </a:solidFill>
          </a:endParaRPr>
        </a:p>
      </dgm:t>
    </dgm:pt>
    <dgm:pt modelId="{F0D94699-A81D-43D8-9EEF-57C21BF9AE55}" type="parTrans" cxnId="{DE4B9B90-835D-4E0A-87BE-F5C25437F9A0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FDF8A831-0FD3-4C72-AB12-3E9300973C37}" type="sibTrans" cxnId="{DE4B9B90-835D-4E0A-87BE-F5C25437F9A0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788DE870-C575-4C38-96A9-6EDBD953FA4A}">
      <dgm:prSet phldrT="[Texto]" custT="1"/>
      <dgm:spPr/>
      <dgm:t>
        <a:bodyPr/>
        <a:lstStyle/>
        <a:p>
          <a:r>
            <a:rPr lang="es-MX" sz="900" dirty="0">
              <a:solidFill>
                <a:schemeClr val="tx1"/>
              </a:solidFill>
            </a:rPr>
            <a:t>Vr$ de la aerolínea (</a:t>
          </a:r>
          <a:r>
            <a:rPr lang="es-CO" sz="900" dirty="0" err="1">
              <a:solidFill>
                <a:schemeClr val="tx1"/>
              </a:solidFill>
            </a:rPr>
            <a:t>Num</a:t>
          </a:r>
          <a:r>
            <a:rPr lang="es-CO" sz="900" dirty="0">
              <a:solidFill>
                <a:schemeClr val="tx1"/>
              </a:solidFill>
            </a:rPr>
            <a:t>. Auto</a:t>
          </a:r>
          <a:r>
            <a:rPr lang="es-MX" sz="900" dirty="0">
              <a:solidFill>
                <a:schemeClr val="tx1"/>
              </a:solidFill>
            </a:rPr>
            <a:t> 1)</a:t>
          </a:r>
          <a:endParaRPr lang="es-CO" sz="900" dirty="0">
            <a:solidFill>
              <a:schemeClr val="tx1"/>
            </a:solidFill>
          </a:endParaRPr>
        </a:p>
      </dgm:t>
    </dgm:pt>
    <dgm:pt modelId="{AABB3AFC-8F33-41DF-BFD5-C91DB4FD6132}" type="parTrans" cxnId="{A0385442-937B-40E9-B4B4-19539EC40323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1ED00969-F6EA-4E30-ADCA-3FE0E34AB07F}" type="sibTrans" cxnId="{A0385442-937B-40E9-B4B4-19539EC4032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5BE4641C-C0CF-4797-8184-85DB4CBEE8FB}">
      <dgm:prSet phldrT="[Texto]" custT="1"/>
      <dgm:spPr/>
      <dgm:t>
        <a:bodyPr/>
        <a:lstStyle/>
        <a:p>
          <a:r>
            <a:rPr lang="es-MX" sz="900" dirty="0">
              <a:solidFill>
                <a:schemeClr val="tx1"/>
              </a:solidFill>
            </a:rPr>
            <a:t>Vr$ del fee (</a:t>
          </a:r>
          <a:r>
            <a:rPr lang="es-CO" sz="900" dirty="0" err="1">
              <a:solidFill>
                <a:schemeClr val="tx1"/>
              </a:solidFill>
            </a:rPr>
            <a:t>Num</a:t>
          </a:r>
          <a:r>
            <a:rPr lang="es-CO" sz="900" dirty="0">
              <a:solidFill>
                <a:schemeClr val="tx1"/>
              </a:solidFill>
            </a:rPr>
            <a:t>. Auto</a:t>
          </a:r>
          <a:r>
            <a:rPr lang="es-MX" sz="900" dirty="0">
              <a:solidFill>
                <a:schemeClr val="tx1"/>
              </a:solidFill>
            </a:rPr>
            <a:t> 1)</a:t>
          </a:r>
          <a:endParaRPr lang="es-CO" sz="900" dirty="0">
            <a:solidFill>
              <a:schemeClr val="tx1"/>
            </a:solidFill>
          </a:endParaRPr>
        </a:p>
      </dgm:t>
    </dgm:pt>
    <dgm:pt modelId="{CF333BF4-9AAA-4FE0-A88F-3CE15A4DBF66}" type="parTrans" cxnId="{3E71FD93-0DB1-4C46-80BB-82D6D9B513AE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633B3616-F147-4D8D-B509-A9196A3DFF4A}" type="sibTrans" cxnId="{3E71FD93-0DB1-4C46-80BB-82D6D9B513AE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508091C2-5205-4CC9-9C43-35F395F8CDFD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Forma Emisión</a:t>
          </a:r>
          <a:endParaRPr lang="es-CO" sz="1050" dirty="0">
            <a:solidFill>
              <a:schemeClr val="tx1"/>
            </a:solidFill>
          </a:endParaRPr>
        </a:p>
      </dgm:t>
    </dgm:pt>
    <dgm:pt modelId="{819E84F2-1742-433D-B045-DCC72A9EC736}" type="parTrans" cxnId="{661D9EB4-6EEA-4AF3-934B-A867A523AECF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C1BFB8DE-B77E-4454-8EA3-9C87251C438B}" type="sibTrans" cxnId="{661D9EB4-6EEA-4AF3-934B-A867A523AECF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DFE00329-2E79-459E-ABA6-6644998E480A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fpCash(el cliente debe el servicio)</a:t>
          </a:r>
          <a:endParaRPr lang="es-CO" sz="1050" dirty="0">
            <a:solidFill>
              <a:schemeClr val="tx1"/>
            </a:solidFill>
          </a:endParaRPr>
        </a:p>
      </dgm:t>
    </dgm:pt>
    <dgm:pt modelId="{B1969D9F-6238-49C3-B42B-0FB50D7D050D}" type="parTrans" cxnId="{5A26FB6D-4517-4803-A297-277087786B5B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353AB74E-2AAA-4E8C-807F-946055A8D4AB}" type="sibTrans" cxnId="{5A26FB6D-4517-4803-A297-277087786B5B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FC2D8DA-0B28-4FB7-9EA7-559B69B62EC2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Datos que se envian</a:t>
          </a:r>
          <a:endParaRPr lang="es-CO" sz="1050" dirty="0">
            <a:solidFill>
              <a:schemeClr val="tx1"/>
            </a:solidFill>
          </a:endParaRPr>
        </a:p>
      </dgm:t>
    </dgm:pt>
    <dgm:pt modelId="{3B128136-3765-436B-81E5-C4A5C8CEFFAE}" type="parTrans" cxnId="{F5C31ACA-5A1F-4506-90CD-9053B9B4762B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930BFE70-3842-4EB8-95A3-CA5F295F477C}" type="sibTrans" cxnId="{F5C31ACA-5A1F-4506-90CD-9053B9B4762B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168A80D-897E-4AF1-A22F-2D069EC4BC0C}">
      <dgm:prSet phldrT="[Texto]" custT="1"/>
      <dgm:spPr/>
      <dgm:t>
        <a:bodyPr/>
        <a:lstStyle/>
        <a:p>
          <a:r>
            <a:rPr lang="es-MX" sz="900" dirty="0">
              <a:solidFill>
                <a:schemeClr val="tx1"/>
              </a:solidFill>
            </a:rPr>
            <a:t>Vr$ de la aerolínea</a:t>
          </a:r>
          <a:endParaRPr lang="es-CO" sz="900" dirty="0">
            <a:solidFill>
              <a:schemeClr val="tx1"/>
            </a:solidFill>
          </a:endParaRPr>
        </a:p>
      </dgm:t>
    </dgm:pt>
    <dgm:pt modelId="{C194BC5D-4ED0-4AAE-AD46-E365E86C0F2C}" type="parTrans" cxnId="{2626DE11-C478-4595-A552-260942F5282A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D1868619-8222-4A2D-8BD8-B52B62164FA2}" type="sibTrans" cxnId="{2626DE11-C478-4595-A552-260942F5282A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22DE15D-85A3-4834-A6DC-CA3F2E917892}">
      <dgm:prSet phldrT="[Texto]" custT="1"/>
      <dgm:spPr/>
      <dgm:t>
        <a:bodyPr/>
        <a:lstStyle/>
        <a:p>
          <a:r>
            <a:rPr lang="es-MX" sz="1100" dirty="0">
              <a:solidFill>
                <a:schemeClr val="tx1"/>
              </a:solidFill>
            </a:rPr>
            <a:t>Vr$ del fee </a:t>
          </a:r>
          <a:endParaRPr lang="es-CO" sz="1100" dirty="0">
            <a:solidFill>
              <a:schemeClr val="tx1"/>
            </a:solidFill>
          </a:endParaRPr>
        </a:p>
      </dgm:t>
    </dgm:pt>
    <dgm:pt modelId="{7617F3AD-144B-4577-8907-647A5B31ABE3}" type="parTrans" cxnId="{1D39D3F0-ECF0-4B94-BFAA-3F2148B89C79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5664F8DA-A307-4E9A-9F66-19101C9555D8}" type="sibTrans" cxnId="{1D39D3F0-ECF0-4B94-BFAA-3F2148B89C7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715BB251-02BD-4733-9D9E-A9E9FE850F86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Forma de emisión</a:t>
          </a:r>
          <a:endParaRPr lang="es-CO" sz="1050" dirty="0">
            <a:solidFill>
              <a:schemeClr val="tx1"/>
            </a:solidFill>
          </a:endParaRPr>
        </a:p>
      </dgm:t>
    </dgm:pt>
    <dgm:pt modelId="{5E7D41FA-1D65-49CD-B706-45D070D54C69}" type="parTrans" cxnId="{0636592D-983F-4F79-8975-B14DF3788C73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E6AF73FD-6CEF-4F74-AD02-A6DDF09FE6CA}" type="sibTrans" cxnId="{0636592D-983F-4F79-8975-B14DF3788C7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5B71EBC-C132-44F4-A55F-164DC99C3EA5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Fptc</a:t>
          </a:r>
          <a:endParaRPr lang="es-CO" sz="1050" dirty="0">
            <a:solidFill>
              <a:schemeClr val="tx1"/>
            </a:solidFill>
          </a:endParaRPr>
        </a:p>
      </dgm:t>
    </dgm:pt>
    <dgm:pt modelId="{C2C431E1-7AA9-48B0-8AA0-DE690454F22E}" type="parTrans" cxnId="{031DEC9D-3CD7-4AD8-A038-7FCCD346621D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21C03526-FAB9-422E-A7BB-9B8C73B6FD3B}" type="sibTrans" cxnId="{031DEC9D-3CD7-4AD8-A038-7FCCD346621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3B53F69-4E06-4B39-A7A8-C169A88C7D9C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Datos que se envían</a:t>
          </a:r>
          <a:endParaRPr lang="es-CO" sz="1050" dirty="0">
            <a:solidFill>
              <a:schemeClr val="tx1"/>
            </a:solidFill>
          </a:endParaRPr>
        </a:p>
      </dgm:t>
    </dgm:pt>
    <dgm:pt modelId="{D877BFA7-9F67-4FA6-83A6-6C5BD26D2703}" type="parTrans" cxnId="{57EB290C-2134-4B40-9D97-B3FD42E090F6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00361E96-A42D-4C1C-A9C8-3C28BCFF8D3A}" type="sibTrans" cxnId="{57EB290C-2134-4B40-9D97-B3FD42E090F6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3D9278D9-6225-4B8D-BE16-B7516CD912EF}">
      <dgm:prSet phldrT="[Texto]" custT="1"/>
      <dgm:spPr/>
      <dgm:t>
        <a:bodyPr/>
        <a:lstStyle/>
        <a:p>
          <a:r>
            <a:rPr lang="es-MX" sz="700" dirty="0">
              <a:solidFill>
                <a:schemeClr val="tx1"/>
              </a:solidFill>
            </a:rPr>
            <a:t>Vr$ de la aerolínea(</a:t>
          </a:r>
          <a:r>
            <a:rPr lang="es-CO" sz="700" dirty="0" err="1">
              <a:solidFill>
                <a:schemeClr val="tx1"/>
              </a:solidFill>
            </a:rPr>
            <a:t>Num</a:t>
          </a:r>
          <a:r>
            <a:rPr lang="es-CO" sz="700" dirty="0">
              <a:solidFill>
                <a:schemeClr val="tx1"/>
              </a:solidFill>
            </a:rPr>
            <a:t>. Auto</a:t>
          </a:r>
          <a:r>
            <a:rPr lang="es-MX" sz="700" dirty="0">
              <a:solidFill>
                <a:schemeClr val="tx1"/>
              </a:solidFill>
            </a:rPr>
            <a:t> 1). Se pago a la aerolínea, lo debe el cliente</a:t>
          </a:r>
          <a:endParaRPr lang="es-CO" sz="700" dirty="0">
            <a:solidFill>
              <a:schemeClr val="tx1"/>
            </a:solidFill>
          </a:endParaRPr>
        </a:p>
      </dgm:t>
    </dgm:pt>
    <dgm:pt modelId="{18514004-439F-4374-83A4-7FDBBC9FFC5F}" type="parTrans" cxnId="{5434FF6F-5F9F-485A-8899-81D2D9ED65A2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3D36138B-8D28-4E2E-9911-A1F4607BD014}" type="sibTrans" cxnId="{5434FF6F-5F9F-485A-8899-81D2D9ED65A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E7409F53-2938-4C40-8E9C-D12D91B92D8B}">
      <dgm:prSet phldrT="[Texto]" custT="1"/>
      <dgm:spPr/>
      <dgm:t>
        <a:bodyPr/>
        <a:lstStyle/>
        <a:p>
          <a:r>
            <a:rPr lang="es-MX" sz="900">
              <a:solidFill>
                <a:schemeClr val="tx1"/>
              </a:solidFill>
            </a:rPr>
            <a:t>Valor del fee, Lo debe el cliente</a:t>
          </a:r>
          <a:endParaRPr lang="es-CO" sz="900" dirty="0">
            <a:solidFill>
              <a:schemeClr val="tx1"/>
            </a:solidFill>
          </a:endParaRPr>
        </a:p>
      </dgm:t>
    </dgm:pt>
    <dgm:pt modelId="{9AB30090-B90D-4EBA-943D-2F54A1954801}" type="parTrans" cxnId="{CEA74447-D56E-404E-B83A-8AEB7228A3EB}">
      <dgm:prSet custT="1"/>
      <dgm:spPr/>
      <dgm:t>
        <a:bodyPr/>
        <a:lstStyle/>
        <a:p>
          <a:endParaRPr lang="es-CO" sz="900">
            <a:solidFill>
              <a:schemeClr val="tx1"/>
            </a:solidFill>
          </a:endParaRPr>
        </a:p>
      </dgm:t>
    </dgm:pt>
    <dgm:pt modelId="{8A88D108-BFC5-4BEC-BDB0-0A0F6C4F2CBB}" type="sibTrans" cxnId="{CEA74447-D56E-404E-B83A-8AEB7228A3EB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AEBDD3C-F566-4429-AD61-83D5D8E78113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   </a:t>
          </a:r>
          <a:endParaRPr lang="es-CO" sz="1050" dirty="0">
            <a:solidFill>
              <a:schemeClr val="tx1"/>
            </a:solidFill>
          </a:endParaRPr>
        </a:p>
      </dgm:t>
    </dgm:pt>
    <dgm:pt modelId="{978A5940-C4BA-4921-AF23-8A3E584D0F5F}" type="parTrans" cxnId="{8CC9D4CC-12A9-4ABA-A49F-B071904F31CE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ABE3E4DD-4D21-40FC-8C0E-16A5AC8554C4}" type="sibTrans" cxnId="{8CC9D4CC-12A9-4ABA-A49F-B071904F31CE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C6C5B0B9-D4BD-4E51-9973-1FC637167E54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Como pago el cliente</a:t>
          </a:r>
          <a:endParaRPr lang="es-CO" sz="1050" dirty="0">
            <a:solidFill>
              <a:schemeClr val="tx1"/>
            </a:solidFill>
          </a:endParaRPr>
        </a:p>
      </dgm:t>
    </dgm:pt>
    <dgm:pt modelId="{7900E1C9-59D0-4F08-A9D7-26984082FA7C}" type="parTrans" cxnId="{0978F2E1-5E9E-4DA4-B219-1C7E41A7A546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2DA0EAC5-1A3B-4D79-A594-4E134BCFB676}" type="sibTrans" cxnId="{0978F2E1-5E9E-4DA4-B219-1C7E41A7A546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C3F27351-0BC2-4D62-9AB0-5DD6DD64FE53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 </a:t>
          </a:r>
          <a:endParaRPr lang="es-CO" sz="1050" dirty="0">
            <a:solidFill>
              <a:schemeClr val="tx1"/>
            </a:solidFill>
          </a:endParaRPr>
        </a:p>
      </dgm:t>
    </dgm:pt>
    <dgm:pt modelId="{8EA0A6AD-7F11-40B6-AD54-A4DA82460ABF}" type="parTrans" cxnId="{B9DA5AF8-A60A-4C3E-AEFA-F53A57DAD0C8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B26F42D0-B706-41F4-A868-2005F249198A}" type="sibTrans" cxnId="{B9DA5AF8-A60A-4C3E-AEFA-F53A57DAD0C8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23C4D454-DFC4-4782-B154-FEE65834B139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Tipo de emisión aplicada</a:t>
          </a:r>
          <a:endParaRPr lang="es-CO" sz="1050" dirty="0">
            <a:solidFill>
              <a:schemeClr val="tx1"/>
            </a:solidFill>
          </a:endParaRPr>
        </a:p>
      </dgm:t>
    </dgm:pt>
    <dgm:pt modelId="{5004FFEF-1B50-48D2-97BE-65EF15D558FC}" type="parTrans" cxnId="{27548D80-F7A0-4E0C-BD3F-310E45D003C5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E5B612D2-A5EB-4E82-A740-46E833CD00F0}" type="sibTrans" cxnId="{27548D80-F7A0-4E0C-BD3F-310E45D003C5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3BDC8A5F-54B0-4894-8CC3-27DDC3966DF1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 </a:t>
          </a:r>
          <a:endParaRPr lang="es-CO" sz="1050" dirty="0">
            <a:solidFill>
              <a:schemeClr val="tx1"/>
            </a:solidFill>
          </a:endParaRPr>
        </a:p>
      </dgm:t>
    </dgm:pt>
    <dgm:pt modelId="{54DC7E64-7951-4397-ACC8-041A94DBB640}" type="parTrans" cxnId="{7841AA79-644D-4DBD-81AB-FD330935D699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B6D9E61D-77FB-4F02-8F43-0BFFE49952F5}" type="sibTrans" cxnId="{7841AA79-644D-4DBD-81AB-FD330935D699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E736D0A4-467A-43C3-8CB9-0B4B378F4CB3}">
      <dgm:prSet phldrT="[Texto]" custT="1"/>
      <dgm:spPr/>
      <dgm:t>
        <a:bodyPr/>
        <a:lstStyle/>
        <a:p>
          <a:r>
            <a:rPr lang="es-MX" sz="1050">
              <a:solidFill>
                <a:schemeClr val="tx1"/>
              </a:solidFill>
            </a:rPr>
            <a:t>Información que se envia</a:t>
          </a:r>
          <a:endParaRPr lang="es-CO" sz="1050" dirty="0">
            <a:solidFill>
              <a:schemeClr val="tx1"/>
            </a:solidFill>
          </a:endParaRPr>
        </a:p>
      </dgm:t>
    </dgm:pt>
    <dgm:pt modelId="{4DB5EEF7-E457-4F02-9891-A2FF01AD6C1E}" type="parTrans" cxnId="{C7B35B9D-43C9-43A0-9DDA-44B79A7000B1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F1BA2BE7-95E1-481D-91B2-517E026135FA}" type="sibTrans" cxnId="{C7B35B9D-43C9-43A0-9DDA-44B79A7000B1}">
      <dgm:prSet/>
      <dgm:spPr/>
      <dgm:t>
        <a:bodyPr/>
        <a:lstStyle/>
        <a:p>
          <a:endParaRPr lang="es-CO">
            <a:solidFill>
              <a:schemeClr val="tx1"/>
            </a:solidFill>
          </a:endParaRPr>
        </a:p>
      </dgm:t>
    </dgm:pt>
    <dgm:pt modelId="{146D7101-854A-4422-BD0D-7FDE82C78BED}" type="pres">
      <dgm:prSet presAssocID="{0D829E55-397C-483D-A04E-E8E7FAEB544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4F23EE3-0EBD-4B36-9053-FA171248E6CE}" type="pres">
      <dgm:prSet presAssocID="{0D829E55-397C-483D-A04E-E8E7FAEB5440}" presName="hierFlow" presStyleCnt="0"/>
      <dgm:spPr/>
    </dgm:pt>
    <dgm:pt modelId="{5FBE76A9-3F97-4AAE-A87C-D5896D9AFC7F}" type="pres">
      <dgm:prSet presAssocID="{0D829E55-397C-483D-A04E-E8E7FAEB5440}" presName="firstBuf" presStyleCnt="0"/>
      <dgm:spPr/>
    </dgm:pt>
    <dgm:pt modelId="{461FE605-398A-4E42-8AE2-2013B53A7E6F}" type="pres">
      <dgm:prSet presAssocID="{0D829E55-397C-483D-A04E-E8E7FAEB544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1F5BFF-886D-4207-8BF3-7CB98CA2C3D3}" type="pres">
      <dgm:prSet presAssocID="{F4D13B1A-C02F-40E6-B7E4-A7A2579B88FE}" presName="Name17" presStyleCnt="0"/>
      <dgm:spPr/>
    </dgm:pt>
    <dgm:pt modelId="{FBFA8CB2-41EF-4526-961B-2F7F5C7CEC08}" type="pres">
      <dgm:prSet presAssocID="{F4D13B1A-C02F-40E6-B7E4-A7A2579B88FE}" presName="level1Shape" presStyleLbl="node0" presStyleIdx="0" presStyleCnt="1">
        <dgm:presLayoutVars>
          <dgm:chPref val="3"/>
        </dgm:presLayoutVars>
      </dgm:prSet>
      <dgm:spPr/>
    </dgm:pt>
    <dgm:pt modelId="{CB7B46FB-34CB-4F9F-A6DD-0A79B7A38987}" type="pres">
      <dgm:prSet presAssocID="{F4D13B1A-C02F-40E6-B7E4-A7A2579B88FE}" presName="hierChild2" presStyleCnt="0"/>
      <dgm:spPr/>
    </dgm:pt>
    <dgm:pt modelId="{186033DD-0F93-4792-BC51-8D5267F58E23}" type="pres">
      <dgm:prSet presAssocID="{11C56265-FD3E-4534-875B-2F18D30657AF}" presName="Name25" presStyleLbl="parChTrans1D2" presStyleIdx="0" presStyleCnt="4"/>
      <dgm:spPr/>
    </dgm:pt>
    <dgm:pt modelId="{AD12724C-6882-4BC2-A437-7E45C87F15C6}" type="pres">
      <dgm:prSet presAssocID="{11C56265-FD3E-4534-875B-2F18D30657AF}" presName="connTx" presStyleLbl="parChTrans1D2" presStyleIdx="0" presStyleCnt="4"/>
      <dgm:spPr/>
    </dgm:pt>
    <dgm:pt modelId="{E5438B67-FDC1-447F-A0EA-BFB068711A34}" type="pres">
      <dgm:prSet presAssocID="{49D79625-5E2C-4D3C-8EAD-89D028DDA49F}" presName="Name30" presStyleCnt="0"/>
      <dgm:spPr/>
    </dgm:pt>
    <dgm:pt modelId="{E219BD7F-0C16-4BFF-87F9-050BA0548693}" type="pres">
      <dgm:prSet presAssocID="{49D79625-5E2C-4D3C-8EAD-89D028DDA49F}" presName="level2Shape" presStyleLbl="node2" presStyleIdx="0" presStyleCnt="4"/>
      <dgm:spPr/>
    </dgm:pt>
    <dgm:pt modelId="{B9B94664-9D2A-4472-A8D7-4DFDA823BB7C}" type="pres">
      <dgm:prSet presAssocID="{49D79625-5E2C-4D3C-8EAD-89D028DDA49F}" presName="hierChild3" presStyleCnt="0"/>
      <dgm:spPr/>
    </dgm:pt>
    <dgm:pt modelId="{04DE3D14-F217-49DB-8D36-CA766ABEF45F}" type="pres">
      <dgm:prSet presAssocID="{08CE0993-14E2-4DEE-A6E4-208CD9FDB860}" presName="Name25" presStyleLbl="parChTrans1D3" presStyleIdx="0" presStyleCnt="4"/>
      <dgm:spPr/>
    </dgm:pt>
    <dgm:pt modelId="{DBD6576B-8177-49A9-BDEC-092253D73912}" type="pres">
      <dgm:prSet presAssocID="{08CE0993-14E2-4DEE-A6E4-208CD9FDB860}" presName="connTx" presStyleLbl="parChTrans1D3" presStyleIdx="0" presStyleCnt="4"/>
      <dgm:spPr/>
    </dgm:pt>
    <dgm:pt modelId="{97577DE2-3ECD-411E-9A45-A225945B3E58}" type="pres">
      <dgm:prSet presAssocID="{5A25C4C6-B81B-4BEC-93CC-0A30F56EBFEE}" presName="Name30" presStyleCnt="0"/>
      <dgm:spPr/>
    </dgm:pt>
    <dgm:pt modelId="{8A454959-1FB7-4CDB-82DF-1B96AEE7746D}" type="pres">
      <dgm:prSet presAssocID="{5A25C4C6-B81B-4BEC-93CC-0A30F56EBFEE}" presName="level2Shape" presStyleLbl="node3" presStyleIdx="0" presStyleCnt="4"/>
      <dgm:spPr/>
    </dgm:pt>
    <dgm:pt modelId="{D42D7112-8EE5-4F05-957C-F6DB147D7748}" type="pres">
      <dgm:prSet presAssocID="{5A25C4C6-B81B-4BEC-93CC-0A30F56EBFEE}" presName="hierChild3" presStyleCnt="0"/>
      <dgm:spPr/>
    </dgm:pt>
    <dgm:pt modelId="{077AA2D0-E6D7-4D58-8DD0-79072B1F4939}" type="pres">
      <dgm:prSet presAssocID="{A900FD88-6BB5-447F-938C-F7BB7F51F4EF}" presName="Name25" presStyleLbl="parChTrans1D4" presStyleIdx="0" presStyleCnt="20"/>
      <dgm:spPr/>
    </dgm:pt>
    <dgm:pt modelId="{1C76C44A-3F01-424C-BF2E-81BE3EE37B77}" type="pres">
      <dgm:prSet presAssocID="{A900FD88-6BB5-447F-938C-F7BB7F51F4EF}" presName="connTx" presStyleLbl="parChTrans1D4" presStyleIdx="0" presStyleCnt="20"/>
      <dgm:spPr/>
    </dgm:pt>
    <dgm:pt modelId="{DB1956C0-BE81-4998-BECB-4C2832BB5279}" type="pres">
      <dgm:prSet presAssocID="{102E075E-2413-4228-89A7-88F015641CB8}" presName="Name30" presStyleCnt="0"/>
      <dgm:spPr/>
    </dgm:pt>
    <dgm:pt modelId="{A69F079E-7FEF-46B4-AF86-263262E93C82}" type="pres">
      <dgm:prSet presAssocID="{102E075E-2413-4228-89A7-88F015641CB8}" presName="level2Shape" presStyleLbl="node4" presStyleIdx="0" presStyleCnt="20"/>
      <dgm:spPr/>
    </dgm:pt>
    <dgm:pt modelId="{68C64C30-BA88-42E9-9204-B0B359A08227}" type="pres">
      <dgm:prSet presAssocID="{102E075E-2413-4228-89A7-88F015641CB8}" presName="hierChild3" presStyleCnt="0"/>
      <dgm:spPr/>
    </dgm:pt>
    <dgm:pt modelId="{40CFFE4C-827E-4698-B7E2-D6B9D458299E}" type="pres">
      <dgm:prSet presAssocID="{90FF8FA9-5C7C-4C88-BE94-59DBFA0A0B44}" presName="Name25" presStyleLbl="parChTrans1D4" presStyleIdx="1" presStyleCnt="20"/>
      <dgm:spPr/>
    </dgm:pt>
    <dgm:pt modelId="{BCA74F3E-CD4B-40E1-A6FE-2D7C3776E18D}" type="pres">
      <dgm:prSet presAssocID="{90FF8FA9-5C7C-4C88-BE94-59DBFA0A0B44}" presName="connTx" presStyleLbl="parChTrans1D4" presStyleIdx="1" presStyleCnt="20"/>
      <dgm:spPr/>
    </dgm:pt>
    <dgm:pt modelId="{DF7E4519-6873-4E86-99D9-AF23997D5229}" type="pres">
      <dgm:prSet presAssocID="{8A36CB83-E887-48E5-9B1F-A283265345BD}" presName="Name30" presStyleCnt="0"/>
      <dgm:spPr/>
    </dgm:pt>
    <dgm:pt modelId="{ED124D6D-8723-4DDF-B48D-6FE04289109D}" type="pres">
      <dgm:prSet presAssocID="{8A36CB83-E887-48E5-9B1F-A283265345BD}" presName="level2Shape" presStyleLbl="node4" presStyleIdx="1" presStyleCnt="20"/>
      <dgm:spPr/>
    </dgm:pt>
    <dgm:pt modelId="{58433F1F-CC37-4A05-B5FF-8BE9B27317DA}" type="pres">
      <dgm:prSet presAssocID="{8A36CB83-E887-48E5-9B1F-A283265345BD}" presName="hierChild3" presStyleCnt="0"/>
      <dgm:spPr/>
    </dgm:pt>
    <dgm:pt modelId="{5F4FA357-0837-441D-8487-FE084E892E03}" type="pres">
      <dgm:prSet presAssocID="{FE496F90-A7F8-4F5E-BA51-4D6F14E5F3A0}" presName="Name25" presStyleLbl="parChTrans1D4" presStyleIdx="2" presStyleCnt="20"/>
      <dgm:spPr/>
    </dgm:pt>
    <dgm:pt modelId="{3DECD681-86A5-47B7-B74B-6DF98A90B6C1}" type="pres">
      <dgm:prSet presAssocID="{FE496F90-A7F8-4F5E-BA51-4D6F14E5F3A0}" presName="connTx" presStyleLbl="parChTrans1D4" presStyleIdx="2" presStyleCnt="20"/>
      <dgm:spPr/>
    </dgm:pt>
    <dgm:pt modelId="{14B784E7-5B88-487B-B2F2-6BC45A1CC98E}" type="pres">
      <dgm:prSet presAssocID="{F79935AE-AE73-4849-9C41-FE329EB16311}" presName="Name30" presStyleCnt="0"/>
      <dgm:spPr/>
    </dgm:pt>
    <dgm:pt modelId="{870B49D4-0333-414C-B71B-9068073B89FA}" type="pres">
      <dgm:prSet presAssocID="{F79935AE-AE73-4849-9C41-FE329EB16311}" presName="level2Shape" presStyleLbl="node4" presStyleIdx="2" presStyleCnt="20" custScaleX="129114"/>
      <dgm:spPr/>
    </dgm:pt>
    <dgm:pt modelId="{6240D6A3-C57D-45C6-A95E-64DA90F8B2CC}" type="pres">
      <dgm:prSet presAssocID="{F79935AE-AE73-4849-9C41-FE329EB16311}" presName="hierChild3" presStyleCnt="0"/>
      <dgm:spPr/>
    </dgm:pt>
    <dgm:pt modelId="{955375EE-324E-4116-9453-25F55D1F4194}" type="pres">
      <dgm:prSet presAssocID="{6CCBCB1C-49F5-44E6-895F-093B6919F92D}" presName="Name25" presStyleLbl="parChTrans1D4" presStyleIdx="3" presStyleCnt="20"/>
      <dgm:spPr/>
    </dgm:pt>
    <dgm:pt modelId="{2F5C0647-B6BA-4CED-A4C8-9C0C70D0FD27}" type="pres">
      <dgm:prSet presAssocID="{6CCBCB1C-49F5-44E6-895F-093B6919F92D}" presName="connTx" presStyleLbl="parChTrans1D4" presStyleIdx="3" presStyleCnt="20"/>
      <dgm:spPr/>
    </dgm:pt>
    <dgm:pt modelId="{AFEE2EE3-8BCF-4019-ABDB-C68780CD083B}" type="pres">
      <dgm:prSet presAssocID="{DDC2D0DE-F864-4A9A-8897-5E904ECBC35F}" presName="Name30" presStyleCnt="0"/>
      <dgm:spPr/>
    </dgm:pt>
    <dgm:pt modelId="{FA40138B-0E0F-4629-8790-2D48D72C3651}" type="pres">
      <dgm:prSet presAssocID="{DDC2D0DE-F864-4A9A-8897-5E904ECBC35F}" presName="level2Shape" presStyleLbl="node4" presStyleIdx="3" presStyleCnt="20" custScaleX="129114"/>
      <dgm:spPr/>
    </dgm:pt>
    <dgm:pt modelId="{128AB710-A88F-42E3-922D-8311728038F2}" type="pres">
      <dgm:prSet presAssocID="{DDC2D0DE-F864-4A9A-8897-5E904ECBC35F}" presName="hierChild3" presStyleCnt="0"/>
      <dgm:spPr/>
    </dgm:pt>
    <dgm:pt modelId="{C6949A53-690A-447B-9D88-A1D5F3F1EBDB}" type="pres">
      <dgm:prSet presAssocID="{9071CF15-1186-4902-964B-B98483075671}" presName="Name25" presStyleLbl="parChTrans1D2" presStyleIdx="1" presStyleCnt="4"/>
      <dgm:spPr/>
    </dgm:pt>
    <dgm:pt modelId="{3805404D-1875-4422-99B4-72C200F95711}" type="pres">
      <dgm:prSet presAssocID="{9071CF15-1186-4902-964B-B98483075671}" presName="connTx" presStyleLbl="parChTrans1D2" presStyleIdx="1" presStyleCnt="4"/>
      <dgm:spPr/>
    </dgm:pt>
    <dgm:pt modelId="{D7AEE3D1-17B8-44A1-9EDD-1EF6A5AA77C5}" type="pres">
      <dgm:prSet presAssocID="{529DF9FC-EE91-4FB4-96FE-30511B5AECAC}" presName="Name30" presStyleCnt="0"/>
      <dgm:spPr/>
    </dgm:pt>
    <dgm:pt modelId="{95D72A1A-0B5C-405B-9B23-993EFEFC531D}" type="pres">
      <dgm:prSet presAssocID="{529DF9FC-EE91-4FB4-96FE-30511B5AECAC}" presName="level2Shape" presStyleLbl="node2" presStyleIdx="1" presStyleCnt="4"/>
      <dgm:spPr/>
    </dgm:pt>
    <dgm:pt modelId="{176BD5E6-2DA3-4F11-8196-AA265A616804}" type="pres">
      <dgm:prSet presAssocID="{529DF9FC-EE91-4FB4-96FE-30511B5AECAC}" presName="hierChild3" presStyleCnt="0"/>
      <dgm:spPr/>
    </dgm:pt>
    <dgm:pt modelId="{139ACA93-D5D8-4E2B-B8B5-C97CE1EEB79A}" type="pres">
      <dgm:prSet presAssocID="{76FFE70B-093B-4A78-9D8E-C08974DF5B78}" presName="Name25" presStyleLbl="parChTrans1D3" presStyleIdx="1" presStyleCnt="4"/>
      <dgm:spPr/>
    </dgm:pt>
    <dgm:pt modelId="{51CD9C39-209F-4161-8D3F-1D1FD1462955}" type="pres">
      <dgm:prSet presAssocID="{76FFE70B-093B-4A78-9D8E-C08974DF5B78}" presName="connTx" presStyleLbl="parChTrans1D3" presStyleIdx="1" presStyleCnt="4"/>
      <dgm:spPr/>
    </dgm:pt>
    <dgm:pt modelId="{99AE1499-01A4-4E15-B971-F8B6CFAE5866}" type="pres">
      <dgm:prSet presAssocID="{4A0EFC6C-D2D3-449D-B5B0-5A7A7D6BABBB}" presName="Name30" presStyleCnt="0"/>
      <dgm:spPr/>
    </dgm:pt>
    <dgm:pt modelId="{22FF0B2B-CB39-4F28-A51A-582DA3538D70}" type="pres">
      <dgm:prSet presAssocID="{4A0EFC6C-D2D3-449D-B5B0-5A7A7D6BABBB}" presName="level2Shape" presStyleLbl="node3" presStyleIdx="1" presStyleCnt="4"/>
      <dgm:spPr/>
    </dgm:pt>
    <dgm:pt modelId="{A54AB863-FB39-4F34-8B48-AC6B89D9E804}" type="pres">
      <dgm:prSet presAssocID="{4A0EFC6C-D2D3-449D-B5B0-5A7A7D6BABBB}" presName="hierChild3" presStyleCnt="0"/>
      <dgm:spPr/>
    </dgm:pt>
    <dgm:pt modelId="{95546BE3-B6FA-4948-89D9-F3CC4E018681}" type="pres">
      <dgm:prSet presAssocID="{953E78A9-1A6D-4819-9B01-80630FA80534}" presName="Name25" presStyleLbl="parChTrans1D4" presStyleIdx="4" presStyleCnt="20"/>
      <dgm:spPr/>
    </dgm:pt>
    <dgm:pt modelId="{8721FD2B-61A6-486E-BE3E-6E8DB95C28D2}" type="pres">
      <dgm:prSet presAssocID="{953E78A9-1A6D-4819-9B01-80630FA80534}" presName="connTx" presStyleLbl="parChTrans1D4" presStyleIdx="4" presStyleCnt="20"/>
      <dgm:spPr/>
    </dgm:pt>
    <dgm:pt modelId="{E2833F6E-EC8E-4AA0-950D-CC8402BCD909}" type="pres">
      <dgm:prSet presAssocID="{C135BC07-38F7-464E-8A74-ECE8E63D058E}" presName="Name30" presStyleCnt="0"/>
      <dgm:spPr/>
    </dgm:pt>
    <dgm:pt modelId="{EB144DA5-BBC2-4CC4-A76F-FE2BE63B52FF}" type="pres">
      <dgm:prSet presAssocID="{C135BC07-38F7-464E-8A74-ECE8E63D058E}" presName="level2Shape" presStyleLbl="node4" presStyleIdx="4" presStyleCnt="20"/>
      <dgm:spPr/>
    </dgm:pt>
    <dgm:pt modelId="{136D4B75-7468-4157-AC41-1BD6194C1690}" type="pres">
      <dgm:prSet presAssocID="{C135BC07-38F7-464E-8A74-ECE8E63D058E}" presName="hierChild3" presStyleCnt="0"/>
      <dgm:spPr/>
    </dgm:pt>
    <dgm:pt modelId="{0830E25B-35EB-41F4-B095-B31D2D3E7BA5}" type="pres">
      <dgm:prSet presAssocID="{FBA5B754-6450-4498-A33D-5A1195B290C6}" presName="Name25" presStyleLbl="parChTrans1D4" presStyleIdx="5" presStyleCnt="20"/>
      <dgm:spPr/>
    </dgm:pt>
    <dgm:pt modelId="{73867358-EC02-4896-B7FC-95BE70F85DC2}" type="pres">
      <dgm:prSet presAssocID="{FBA5B754-6450-4498-A33D-5A1195B290C6}" presName="connTx" presStyleLbl="parChTrans1D4" presStyleIdx="5" presStyleCnt="20"/>
      <dgm:spPr/>
    </dgm:pt>
    <dgm:pt modelId="{9F5C1AE4-5309-4751-ACCA-62D5EBC289F3}" type="pres">
      <dgm:prSet presAssocID="{482199A2-DBBE-4E5A-8AF3-EC5D8E636575}" presName="Name30" presStyleCnt="0"/>
      <dgm:spPr/>
    </dgm:pt>
    <dgm:pt modelId="{71EEE4AE-48F8-41D5-9E14-BBDCA6D8F625}" type="pres">
      <dgm:prSet presAssocID="{482199A2-DBBE-4E5A-8AF3-EC5D8E636575}" presName="level2Shape" presStyleLbl="node4" presStyleIdx="5" presStyleCnt="20"/>
      <dgm:spPr/>
    </dgm:pt>
    <dgm:pt modelId="{1D3557C6-1B73-4053-887F-35CC6AF84D68}" type="pres">
      <dgm:prSet presAssocID="{482199A2-DBBE-4E5A-8AF3-EC5D8E636575}" presName="hierChild3" presStyleCnt="0"/>
      <dgm:spPr/>
    </dgm:pt>
    <dgm:pt modelId="{940E0B1A-BE23-4420-8F98-AE4AEEDDEA74}" type="pres">
      <dgm:prSet presAssocID="{5FF8F786-BEFD-4A7A-9140-69987C138CDB}" presName="Name25" presStyleLbl="parChTrans1D4" presStyleIdx="6" presStyleCnt="20"/>
      <dgm:spPr/>
    </dgm:pt>
    <dgm:pt modelId="{7F96EFD5-DE91-49FE-8BB8-C00FCBD63D98}" type="pres">
      <dgm:prSet presAssocID="{5FF8F786-BEFD-4A7A-9140-69987C138CDB}" presName="connTx" presStyleLbl="parChTrans1D4" presStyleIdx="6" presStyleCnt="20"/>
      <dgm:spPr/>
    </dgm:pt>
    <dgm:pt modelId="{3FE1059F-3F92-4889-BB56-B795DBBF32AA}" type="pres">
      <dgm:prSet presAssocID="{0E824628-B87C-4C64-B6ED-6BFAB473A2BB}" presName="Name30" presStyleCnt="0"/>
      <dgm:spPr/>
    </dgm:pt>
    <dgm:pt modelId="{9D2B8831-AD12-4EFC-864C-433BEA375658}" type="pres">
      <dgm:prSet presAssocID="{0E824628-B87C-4C64-B6ED-6BFAB473A2BB}" presName="level2Shape" presStyleLbl="node4" presStyleIdx="6" presStyleCnt="20" custScaleX="129114"/>
      <dgm:spPr/>
    </dgm:pt>
    <dgm:pt modelId="{26A0B747-D6C0-4B59-85C1-B3ED681DAC73}" type="pres">
      <dgm:prSet presAssocID="{0E824628-B87C-4C64-B6ED-6BFAB473A2BB}" presName="hierChild3" presStyleCnt="0"/>
      <dgm:spPr/>
    </dgm:pt>
    <dgm:pt modelId="{C5D5C4F3-02AA-42EC-91B7-1E3239ECD41D}" type="pres">
      <dgm:prSet presAssocID="{4BC9CD26-79B3-4ABA-9C41-0D58591BA94C}" presName="Name25" presStyleLbl="parChTrans1D4" presStyleIdx="7" presStyleCnt="20"/>
      <dgm:spPr/>
    </dgm:pt>
    <dgm:pt modelId="{0D09BA50-7D8A-4089-A8FC-DD71D5C711C0}" type="pres">
      <dgm:prSet presAssocID="{4BC9CD26-79B3-4ABA-9C41-0D58591BA94C}" presName="connTx" presStyleLbl="parChTrans1D4" presStyleIdx="7" presStyleCnt="20"/>
      <dgm:spPr/>
    </dgm:pt>
    <dgm:pt modelId="{7C1464A5-D5BC-4367-B7CD-65387D472CDF}" type="pres">
      <dgm:prSet presAssocID="{EDE87C90-4801-41EA-BB19-9570572CDA46}" presName="Name30" presStyleCnt="0"/>
      <dgm:spPr/>
    </dgm:pt>
    <dgm:pt modelId="{16EFA6B0-80D2-4876-ABB3-E0D684D4BF3E}" type="pres">
      <dgm:prSet presAssocID="{EDE87C90-4801-41EA-BB19-9570572CDA46}" presName="level2Shape" presStyleLbl="node4" presStyleIdx="7" presStyleCnt="20" custScaleX="129114"/>
      <dgm:spPr/>
    </dgm:pt>
    <dgm:pt modelId="{2907F999-1D8C-4A2B-B9C2-EC533648C3E7}" type="pres">
      <dgm:prSet presAssocID="{EDE87C90-4801-41EA-BB19-9570572CDA46}" presName="hierChild3" presStyleCnt="0"/>
      <dgm:spPr/>
    </dgm:pt>
    <dgm:pt modelId="{91868885-8F84-4303-B296-F33CB6D3DD33}" type="pres">
      <dgm:prSet presAssocID="{BFC90B48-42B6-42BE-9B39-6B139260FEEB}" presName="Name25" presStyleLbl="parChTrans1D4" presStyleIdx="8" presStyleCnt="20"/>
      <dgm:spPr/>
    </dgm:pt>
    <dgm:pt modelId="{5AC3A643-6441-4AF1-A544-E5745C7E1FCF}" type="pres">
      <dgm:prSet presAssocID="{BFC90B48-42B6-42BE-9B39-6B139260FEEB}" presName="connTx" presStyleLbl="parChTrans1D4" presStyleIdx="8" presStyleCnt="20"/>
      <dgm:spPr/>
    </dgm:pt>
    <dgm:pt modelId="{DDF11D22-1606-45E1-9A2D-4A7B781F27B9}" type="pres">
      <dgm:prSet presAssocID="{6504EB93-CB70-47CB-A1DC-B665546F8E80}" presName="Name30" presStyleCnt="0"/>
      <dgm:spPr/>
    </dgm:pt>
    <dgm:pt modelId="{2B0908CA-A90B-440E-B0D9-86985EF98AA0}" type="pres">
      <dgm:prSet presAssocID="{6504EB93-CB70-47CB-A1DC-B665546F8E80}" presName="level2Shape" presStyleLbl="node4" presStyleIdx="8" presStyleCnt="20"/>
      <dgm:spPr/>
    </dgm:pt>
    <dgm:pt modelId="{2F31277C-8EC9-4167-B4FF-0E4BE0ED0261}" type="pres">
      <dgm:prSet presAssocID="{6504EB93-CB70-47CB-A1DC-B665546F8E80}" presName="hierChild3" presStyleCnt="0"/>
      <dgm:spPr/>
    </dgm:pt>
    <dgm:pt modelId="{6B227261-C795-4C56-9D66-519D15047C61}" type="pres">
      <dgm:prSet presAssocID="{F0D94699-A81D-43D8-9EEF-57C21BF9AE55}" presName="Name25" presStyleLbl="parChTrans1D4" presStyleIdx="9" presStyleCnt="20"/>
      <dgm:spPr/>
    </dgm:pt>
    <dgm:pt modelId="{57B670F3-9D10-4056-8C7D-A1727E3DCD1E}" type="pres">
      <dgm:prSet presAssocID="{F0D94699-A81D-43D8-9EEF-57C21BF9AE55}" presName="connTx" presStyleLbl="parChTrans1D4" presStyleIdx="9" presStyleCnt="20"/>
      <dgm:spPr/>
    </dgm:pt>
    <dgm:pt modelId="{939CD7DB-2C6F-4D8C-9767-F8208D1A86B3}" type="pres">
      <dgm:prSet presAssocID="{1116FBAC-5B2D-4F67-8AF1-F27609A2A855}" presName="Name30" presStyleCnt="0"/>
      <dgm:spPr/>
    </dgm:pt>
    <dgm:pt modelId="{F079AD87-B864-4779-B7DA-6E90CF9BE936}" type="pres">
      <dgm:prSet presAssocID="{1116FBAC-5B2D-4F67-8AF1-F27609A2A855}" presName="level2Shape" presStyleLbl="node4" presStyleIdx="9" presStyleCnt="20"/>
      <dgm:spPr/>
    </dgm:pt>
    <dgm:pt modelId="{D03EB98E-1995-47C5-8128-69F8ACFB4B63}" type="pres">
      <dgm:prSet presAssocID="{1116FBAC-5B2D-4F67-8AF1-F27609A2A855}" presName="hierChild3" presStyleCnt="0"/>
      <dgm:spPr/>
    </dgm:pt>
    <dgm:pt modelId="{232ECA84-C79F-4F5D-9273-84557BD4392D}" type="pres">
      <dgm:prSet presAssocID="{AABB3AFC-8F33-41DF-BFD5-C91DB4FD6132}" presName="Name25" presStyleLbl="parChTrans1D4" presStyleIdx="10" presStyleCnt="20"/>
      <dgm:spPr/>
    </dgm:pt>
    <dgm:pt modelId="{35487B28-D70D-42DA-9A7F-32D39519F58B}" type="pres">
      <dgm:prSet presAssocID="{AABB3AFC-8F33-41DF-BFD5-C91DB4FD6132}" presName="connTx" presStyleLbl="parChTrans1D4" presStyleIdx="10" presStyleCnt="20"/>
      <dgm:spPr/>
    </dgm:pt>
    <dgm:pt modelId="{6B1B4399-B95C-4282-A87C-BF03FF939136}" type="pres">
      <dgm:prSet presAssocID="{788DE870-C575-4C38-96A9-6EDBD953FA4A}" presName="Name30" presStyleCnt="0"/>
      <dgm:spPr/>
    </dgm:pt>
    <dgm:pt modelId="{898C66BC-B719-46CA-BE6F-9FBD24EB20AD}" type="pres">
      <dgm:prSet presAssocID="{788DE870-C575-4C38-96A9-6EDBD953FA4A}" presName="level2Shape" presStyleLbl="node4" presStyleIdx="10" presStyleCnt="20" custScaleX="129114"/>
      <dgm:spPr/>
    </dgm:pt>
    <dgm:pt modelId="{27704CA9-9A0D-4CD5-A604-C35D5D58337E}" type="pres">
      <dgm:prSet presAssocID="{788DE870-C575-4C38-96A9-6EDBD953FA4A}" presName="hierChild3" presStyleCnt="0"/>
      <dgm:spPr/>
    </dgm:pt>
    <dgm:pt modelId="{785D398E-9522-4A97-8374-980CD57FFE0D}" type="pres">
      <dgm:prSet presAssocID="{CF333BF4-9AAA-4FE0-A88F-3CE15A4DBF66}" presName="Name25" presStyleLbl="parChTrans1D4" presStyleIdx="11" presStyleCnt="20"/>
      <dgm:spPr/>
    </dgm:pt>
    <dgm:pt modelId="{15E91B4D-4733-4464-8A02-F42C40F81A72}" type="pres">
      <dgm:prSet presAssocID="{CF333BF4-9AAA-4FE0-A88F-3CE15A4DBF66}" presName="connTx" presStyleLbl="parChTrans1D4" presStyleIdx="11" presStyleCnt="20"/>
      <dgm:spPr/>
    </dgm:pt>
    <dgm:pt modelId="{3DB23662-C8CC-4299-8AE9-C900AE4E8DC7}" type="pres">
      <dgm:prSet presAssocID="{5BE4641C-C0CF-4797-8184-85DB4CBEE8FB}" presName="Name30" presStyleCnt="0"/>
      <dgm:spPr/>
    </dgm:pt>
    <dgm:pt modelId="{D6E96425-1401-44D1-B1FE-FAC0439C65A6}" type="pres">
      <dgm:prSet presAssocID="{5BE4641C-C0CF-4797-8184-85DB4CBEE8FB}" presName="level2Shape" presStyleLbl="node4" presStyleIdx="11" presStyleCnt="20" custScaleX="129114"/>
      <dgm:spPr/>
    </dgm:pt>
    <dgm:pt modelId="{4C76BD63-4D57-489F-A886-0C6AD30BF2B0}" type="pres">
      <dgm:prSet presAssocID="{5BE4641C-C0CF-4797-8184-85DB4CBEE8FB}" presName="hierChild3" presStyleCnt="0"/>
      <dgm:spPr/>
    </dgm:pt>
    <dgm:pt modelId="{B2F14ADE-F91E-4B8F-AEB9-26EA16B11549}" type="pres">
      <dgm:prSet presAssocID="{0BFED387-BC2D-40BF-BFC2-9006AA475F16}" presName="Name25" presStyleLbl="parChTrans1D2" presStyleIdx="2" presStyleCnt="4"/>
      <dgm:spPr/>
    </dgm:pt>
    <dgm:pt modelId="{F54F0261-49FD-41F1-A530-8638205C27B5}" type="pres">
      <dgm:prSet presAssocID="{0BFED387-BC2D-40BF-BFC2-9006AA475F16}" presName="connTx" presStyleLbl="parChTrans1D2" presStyleIdx="2" presStyleCnt="4"/>
      <dgm:spPr/>
    </dgm:pt>
    <dgm:pt modelId="{245E3455-4767-42CB-886F-C6DCF209901C}" type="pres">
      <dgm:prSet presAssocID="{2C410632-6F02-4E96-B935-D110D3E0576F}" presName="Name30" presStyleCnt="0"/>
      <dgm:spPr/>
    </dgm:pt>
    <dgm:pt modelId="{52EF24EF-4B99-4555-A4B9-4145B8C5D462}" type="pres">
      <dgm:prSet presAssocID="{2C410632-6F02-4E96-B935-D110D3E0576F}" presName="level2Shape" presStyleLbl="node2" presStyleIdx="2" presStyleCnt="4"/>
      <dgm:spPr/>
    </dgm:pt>
    <dgm:pt modelId="{05582EF8-7BDA-4394-B553-85FA982AA33A}" type="pres">
      <dgm:prSet presAssocID="{2C410632-6F02-4E96-B935-D110D3E0576F}" presName="hierChild3" presStyleCnt="0"/>
      <dgm:spPr/>
    </dgm:pt>
    <dgm:pt modelId="{729509D3-E5AD-4C5F-911F-AB67A4F93F05}" type="pres">
      <dgm:prSet presAssocID="{819E84F2-1742-433D-B045-DCC72A9EC736}" presName="Name25" presStyleLbl="parChTrans1D3" presStyleIdx="2" presStyleCnt="4"/>
      <dgm:spPr/>
    </dgm:pt>
    <dgm:pt modelId="{BFF2EA8A-2200-4881-8AF2-2CBECE0109B0}" type="pres">
      <dgm:prSet presAssocID="{819E84F2-1742-433D-B045-DCC72A9EC736}" presName="connTx" presStyleLbl="parChTrans1D3" presStyleIdx="2" presStyleCnt="4"/>
      <dgm:spPr/>
    </dgm:pt>
    <dgm:pt modelId="{BF6751CB-2AAD-47FB-ADA4-D00F6A9A3EFE}" type="pres">
      <dgm:prSet presAssocID="{508091C2-5205-4CC9-9C43-35F395F8CDFD}" presName="Name30" presStyleCnt="0"/>
      <dgm:spPr/>
    </dgm:pt>
    <dgm:pt modelId="{7A4CC124-8AEF-4802-A377-A82B0D4F6C37}" type="pres">
      <dgm:prSet presAssocID="{508091C2-5205-4CC9-9C43-35F395F8CDFD}" presName="level2Shape" presStyleLbl="node3" presStyleIdx="2" presStyleCnt="4"/>
      <dgm:spPr/>
    </dgm:pt>
    <dgm:pt modelId="{49654620-D68A-4D05-9460-28BAE10E4DE0}" type="pres">
      <dgm:prSet presAssocID="{508091C2-5205-4CC9-9C43-35F395F8CDFD}" presName="hierChild3" presStyleCnt="0"/>
      <dgm:spPr/>
    </dgm:pt>
    <dgm:pt modelId="{30C7A3D8-2DFE-4E0F-828C-F94A74E2B6CF}" type="pres">
      <dgm:prSet presAssocID="{B1969D9F-6238-49C3-B42B-0FB50D7D050D}" presName="Name25" presStyleLbl="parChTrans1D4" presStyleIdx="12" presStyleCnt="20"/>
      <dgm:spPr/>
    </dgm:pt>
    <dgm:pt modelId="{75780E4F-F9AC-43A0-A778-52A9EB104204}" type="pres">
      <dgm:prSet presAssocID="{B1969D9F-6238-49C3-B42B-0FB50D7D050D}" presName="connTx" presStyleLbl="parChTrans1D4" presStyleIdx="12" presStyleCnt="20"/>
      <dgm:spPr/>
    </dgm:pt>
    <dgm:pt modelId="{593B1AF8-2268-4028-A078-2386231822DC}" type="pres">
      <dgm:prSet presAssocID="{DFE00329-2E79-459E-ABA6-6644998E480A}" presName="Name30" presStyleCnt="0"/>
      <dgm:spPr/>
    </dgm:pt>
    <dgm:pt modelId="{73DC25E0-C597-4FB0-8F17-3A69937170A0}" type="pres">
      <dgm:prSet presAssocID="{DFE00329-2E79-459E-ABA6-6644998E480A}" presName="level2Shape" presStyleLbl="node4" presStyleIdx="12" presStyleCnt="20"/>
      <dgm:spPr/>
    </dgm:pt>
    <dgm:pt modelId="{445A748B-F1CE-4442-ABAC-5AFDF0016E86}" type="pres">
      <dgm:prSet presAssocID="{DFE00329-2E79-459E-ABA6-6644998E480A}" presName="hierChild3" presStyleCnt="0"/>
      <dgm:spPr/>
    </dgm:pt>
    <dgm:pt modelId="{83C221DA-BA68-4803-9C39-AC2E54525BBC}" type="pres">
      <dgm:prSet presAssocID="{3B128136-3765-436B-81E5-C4A5C8CEFFAE}" presName="Name25" presStyleLbl="parChTrans1D4" presStyleIdx="13" presStyleCnt="20"/>
      <dgm:spPr/>
    </dgm:pt>
    <dgm:pt modelId="{4F789F43-9C6E-4E0A-A104-088CC20BC5EC}" type="pres">
      <dgm:prSet presAssocID="{3B128136-3765-436B-81E5-C4A5C8CEFFAE}" presName="connTx" presStyleLbl="parChTrans1D4" presStyleIdx="13" presStyleCnt="20"/>
      <dgm:spPr/>
    </dgm:pt>
    <dgm:pt modelId="{EB1657AA-E865-4265-B78E-5578307C734F}" type="pres">
      <dgm:prSet presAssocID="{1FC2D8DA-0B28-4FB7-9EA7-559B69B62EC2}" presName="Name30" presStyleCnt="0"/>
      <dgm:spPr/>
    </dgm:pt>
    <dgm:pt modelId="{9E24AEB7-5E26-4EAA-BD99-417EBF5E042E}" type="pres">
      <dgm:prSet presAssocID="{1FC2D8DA-0B28-4FB7-9EA7-559B69B62EC2}" presName="level2Shape" presStyleLbl="node4" presStyleIdx="13" presStyleCnt="20"/>
      <dgm:spPr/>
    </dgm:pt>
    <dgm:pt modelId="{2BEEE9E5-FDB6-437A-830A-4C6659B8FD2C}" type="pres">
      <dgm:prSet presAssocID="{1FC2D8DA-0B28-4FB7-9EA7-559B69B62EC2}" presName="hierChild3" presStyleCnt="0"/>
      <dgm:spPr/>
    </dgm:pt>
    <dgm:pt modelId="{ACEA7372-108A-475C-9408-AC02103AA9D0}" type="pres">
      <dgm:prSet presAssocID="{C194BC5D-4ED0-4AAE-AD46-E365E86C0F2C}" presName="Name25" presStyleLbl="parChTrans1D4" presStyleIdx="14" presStyleCnt="20"/>
      <dgm:spPr/>
    </dgm:pt>
    <dgm:pt modelId="{0CA01CF8-816E-4BF7-BFE5-1151D468F0B7}" type="pres">
      <dgm:prSet presAssocID="{C194BC5D-4ED0-4AAE-AD46-E365E86C0F2C}" presName="connTx" presStyleLbl="parChTrans1D4" presStyleIdx="14" presStyleCnt="20"/>
      <dgm:spPr/>
    </dgm:pt>
    <dgm:pt modelId="{A7F057CD-5E63-47AB-A14B-139D5D8B9998}" type="pres">
      <dgm:prSet presAssocID="{8168A80D-897E-4AF1-A22F-2D069EC4BC0C}" presName="Name30" presStyleCnt="0"/>
      <dgm:spPr/>
    </dgm:pt>
    <dgm:pt modelId="{3F1D8F11-B986-437D-9A27-EBDB85ABED0D}" type="pres">
      <dgm:prSet presAssocID="{8168A80D-897E-4AF1-A22F-2D069EC4BC0C}" presName="level2Shape" presStyleLbl="node4" presStyleIdx="14" presStyleCnt="20" custScaleX="129114"/>
      <dgm:spPr/>
    </dgm:pt>
    <dgm:pt modelId="{75C10A4E-26DC-4A47-96E8-2D78F8BA781B}" type="pres">
      <dgm:prSet presAssocID="{8168A80D-897E-4AF1-A22F-2D069EC4BC0C}" presName="hierChild3" presStyleCnt="0"/>
      <dgm:spPr/>
    </dgm:pt>
    <dgm:pt modelId="{9B0EE137-B427-4416-92A6-F9570CCA8BC0}" type="pres">
      <dgm:prSet presAssocID="{7617F3AD-144B-4577-8907-647A5B31ABE3}" presName="Name25" presStyleLbl="parChTrans1D4" presStyleIdx="15" presStyleCnt="20"/>
      <dgm:spPr/>
    </dgm:pt>
    <dgm:pt modelId="{9DAE9D90-7B0B-41B1-89E9-F82BBDAE9DDE}" type="pres">
      <dgm:prSet presAssocID="{7617F3AD-144B-4577-8907-647A5B31ABE3}" presName="connTx" presStyleLbl="parChTrans1D4" presStyleIdx="15" presStyleCnt="20"/>
      <dgm:spPr/>
    </dgm:pt>
    <dgm:pt modelId="{33A710C9-553E-4384-BE9C-ACCC82E8A84B}" type="pres">
      <dgm:prSet presAssocID="{822DE15D-85A3-4834-A6DC-CA3F2E917892}" presName="Name30" presStyleCnt="0"/>
      <dgm:spPr/>
    </dgm:pt>
    <dgm:pt modelId="{648FD4F4-1ABC-4B4B-A855-2C6A5513548A}" type="pres">
      <dgm:prSet presAssocID="{822DE15D-85A3-4834-A6DC-CA3F2E917892}" presName="level2Shape" presStyleLbl="node4" presStyleIdx="15" presStyleCnt="20" custScaleX="129114"/>
      <dgm:spPr/>
    </dgm:pt>
    <dgm:pt modelId="{27309118-EEFA-4034-BF53-39702590924B}" type="pres">
      <dgm:prSet presAssocID="{822DE15D-85A3-4834-A6DC-CA3F2E917892}" presName="hierChild3" presStyleCnt="0"/>
      <dgm:spPr/>
    </dgm:pt>
    <dgm:pt modelId="{837543AA-3CDD-4395-8E7D-C8BD5057498C}" type="pres">
      <dgm:prSet presAssocID="{BCA52B8B-A5F5-4304-B26B-A9ABD9474B71}" presName="Name25" presStyleLbl="parChTrans1D2" presStyleIdx="3" presStyleCnt="4"/>
      <dgm:spPr/>
    </dgm:pt>
    <dgm:pt modelId="{E3C29253-94F0-4071-986A-EA59F9EE803A}" type="pres">
      <dgm:prSet presAssocID="{BCA52B8B-A5F5-4304-B26B-A9ABD9474B71}" presName="connTx" presStyleLbl="parChTrans1D2" presStyleIdx="3" presStyleCnt="4"/>
      <dgm:spPr/>
    </dgm:pt>
    <dgm:pt modelId="{9A97CBFB-8C7F-4E15-98B1-AF5D9B5F299F}" type="pres">
      <dgm:prSet presAssocID="{A0E97400-C9F1-4007-B77B-DF78AA14A7A5}" presName="Name30" presStyleCnt="0"/>
      <dgm:spPr/>
    </dgm:pt>
    <dgm:pt modelId="{7079CFB8-E0D6-436F-89D6-9D19DAB060A7}" type="pres">
      <dgm:prSet presAssocID="{A0E97400-C9F1-4007-B77B-DF78AA14A7A5}" presName="level2Shape" presStyleLbl="node2" presStyleIdx="3" presStyleCnt="4"/>
      <dgm:spPr/>
    </dgm:pt>
    <dgm:pt modelId="{07912933-979C-4FD2-B5E7-3A9C0106C729}" type="pres">
      <dgm:prSet presAssocID="{A0E97400-C9F1-4007-B77B-DF78AA14A7A5}" presName="hierChild3" presStyleCnt="0"/>
      <dgm:spPr/>
    </dgm:pt>
    <dgm:pt modelId="{C0C27C66-8773-402A-B948-F2FA52E98781}" type="pres">
      <dgm:prSet presAssocID="{5E7D41FA-1D65-49CD-B706-45D070D54C69}" presName="Name25" presStyleLbl="parChTrans1D3" presStyleIdx="3" presStyleCnt="4"/>
      <dgm:spPr/>
    </dgm:pt>
    <dgm:pt modelId="{41CD5663-EC82-431B-9118-8715222B31FD}" type="pres">
      <dgm:prSet presAssocID="{5E7D41FA-1D65-49CD-B706-45D070D54C69}" presName="connTx" presStyleLbl="parChTrans1D3" presStyleIdx="3" presStyleCnt="4"/>
      <dgm:spPr/>
    </dgm:pt>
    <dgm:pt modelId="{5C3EF903-1EB1-4B78-8D29-8C7B6A54BEC9}" type="pres">
      <dgm:prSet presAssocID="{715BB251-02BD-4733-9D9E-A9E9FE850F86}" presName="Name30" presStyleCnt="0"/>
      <dgm:spPr/>
    </dgm:pt>
    <dgm:pt modelId="{7421ADBF-CFB2-4AE5-9D0B-2D4ED664A8EB}" type="pres">
      <dgm:prSet presAssocID="{715BB251-02BD-4733-9D9E-A9E9FE850F86}" presName="level2Shape" presStyleLbl="node3" presStyleIdx="3" presStyleCnt="4"/>
      <dgm:spPr/>
    </dgm:pt>
    <dgm:pt modelId="{4CA0B1D3-C59B-4233-BB24-1619C7D87239}" type="pres">
      <dgm:prSet presAssocID="{715BB251-02BD-4733-9D9E-A9E9FE850F86}" presName="hierChild3" presStyleCnt="0"/>
      <dgm:spPr/>
    </dgm:pt>
    <dgm:pt modelId="{F873B8FA-BD76-4488-8C32-F7A0CB58F239}" type="pres">
      <dgm:prSet presAssocID="{C2C431E1-7AA9-48B0-8AA0-DE690454F22E}" presName="Name25" presStyleLbl="parChTrans1D4" presStyleIdx="16" presStyleCnt="20"/>
      <dgm:spPr/>
    </dgm:pt>
    <dgm:pt modelId="{246FE0FC-0B07-4C84-BAAC-088D1B1639F1}" type="pres">
      <dgm:prSet presAssocID="{C2C431E1-7AA9-48B0-8AA0-DE690454F22E}" presName="connTx" presStyleLbl="parChTrans1D4" presStyleIdx="16" presStyleCnt="20"/>
      <dgm:spPr/>
    </dgm:pt>
    <dgm:pt modelId="{B0726D19-FB6F-43E8-BF17-755EE5EC0290}" type="pres">
      <dgm:prSet presAssocID="{85B71EBC-C132-44F4-A55F-164DC99C3EA5}" presName="Name30" presStyleCnt="0"/>
      <dgm:spPr/>
    </dgm:pt>
    <dgm:pt modelId="{9670CC76-73D5-484F-9674-F664A5EE1BC8}" type="pres">
      <dgm:prSet presAssocID="{85B71EBC-C132-44F4-A55F-164DC99C3EA5}" presName="level2Shape" presStyleLbl="node4" presStyleIdx="16" presStyleCnt="20"/>
      <dgm:spPr/>
    </dgm:pt>
    <dgm:pt modelId="{B5E9432F-CE43-4ED6-A8E0-14D49E5A9779}" type="pres">
      <dgm:prSet presAssocID="{85B71EBC-C132-44F4-A55F-164DC99C3EA5}" presName="hierChild3" presStyleCnt="0"/>
      <dgm:spPr/>
    </dgm:pt>
    <dgm:pt modelId="{C3A9C8C0-EE1C-4FE9-897B-B36CB46AAC7D}" type="pres">
      <dgm:prSet presAssocID="{D877BFA7-9F67-4FA6-83A6-6C5BD26D2703}" presName="Name25" presStyleLbl="parChTrans1D4" presStyleIdx="17" presStyleCnt="20"/>
      <dgm:spPr/>
    </dgm:pt>
    <dgm:pt modelId="{56EE75F5-E190-4196-A4F9-BB483A32ED29}" type="pres">
      <dgm:prSet presAssocID="{D877BFA7-9F67-4FA6-83A6-6C5BD26D2703}" presName="connTx" presStyleLbl="parChTrans1D4" presStyleIdx="17" presStyleCnt="20"/>
      <dgm:spPr/>
    </dgm:pt>
    <dgm:pt modelId="{DE0412EE-9B02-4B96-A911-9A89CD52E858}" type="pres">
      <dgm:prSet presAssocID="{13B53F69-4E06-4B39-A7A8-C169A88C7D9C}" presName="Name30" presStyleCnt="0"/>
      <dgm:spPr/>
    </dgm:pt>
    <dgm:pt modelId="{10A72CB8-8D2A-4211-B3BC-3CE1C0994FB2}" type="pres">
      <dgm:prSet presAssocID="{13B53F69-4E06-4B39-A7A8-C169A88C7D9C}" presName="level2Shape" presStyleLbl="node4" presStyleIdx="17" presStyleCnt="20"/>
      <dgm:spPr/>
    </dgm:pt>
    <dgm:pt modelId="{ED9BF977-E5D9-4043-9919-211AAD3557FA}" type="pres">
      <dgm:prSet presAssocID="{13B53F69-4E06-4B39-A7A8-C169A88C7D9C}" presName="hierChild3" presStyleCnt="0"/>
      <dgm:spPr/>
    </dgm:pt>
    <dgm:pt modelId="{06EDC7B4-C071-4B06-8AF7-DB8FC75DCFAD}" type="pres">
      <dgm:prSet presAssocID="{18514004-439F-4374-83A4-7FDBBC9FFC5F}" presName="Name25" presStyleLbl="parChTrans1D4" presStyleIdx="18" presStyleCnt="20"/>
      <dgm:spPr/>
    </dgm:pt>
    <dgm:pt modelId="{D831141D-57C8-4E59-8385-8C134D620B0F}" type="pres">
      <dgm:prSet presAssocID="{18514004-439F-4374-83A4-7FDBBC9FFC5F}" presName="connTx" presStyleLbl="parChTrans1D4" presStyleIdx="18" presStyleCnt="20"/>
      <dgm:spPr/>
    </dgm:pt>
    <dgm:pt modelId="{D9578F27-9756-4367-94AB-64227E3DEC5B}" type="pres">
      <dgm:prSet presAssocID="{3D9278D9-6225-4B8D-BE16-B7516CD912EF}" presName="Name30" presStyleCnt="0"/>
      <dgm:spPr/>
    </dgm:pt>
    <dgm:pt modelId="{28B9BD66-E8D6-4310-A62B-CEBFF51BDB07}" type="pres">
      <dgm:prSet presAssocID="{3D9278D9-6225-4B8D-BE16-B7516CD912EF}" presName="level2Shape" presStyleLbl="node4" presStyleIdx="18" presStyleCnt="20" custScaleX="129114"/>
      <dgm:spPr/>
    </dgm:pt>
    <dgm:pt modelId="{DFCBB164-E10D-4BF0-991B-5145E69D08D0}" type="pres">
      <dgm:prSet presAssocID="{3D9278D9-6225-4B8D-BE16-B7516CD912EF}" presName="hierChild3" presStyleCnt="0"/>
      <dgm:spPr/>
    </dgm:pt>
    <dgm:pt modelId="{FFE8E79E-696A-4160-BB34-827659FA840B}" type="pres">
      <dgm:prSet presAssocID="{9AB30090-B90D-4EBA-943D-2F54A1954801}" presName="Name25" presStyleLbl="parChTrans1D4" presStyleIdx="19" presStyleCnt="20"/>
      <dgm:spPr/>
    </dgm:pt>
    <dgm:pt modelId="{E1E503CC-229F-46B1-8B57-388BC0EB12DE}" type="pres">
      <dgm:prSet presAssocID="{9AB30090-B90D-4EBA-943D-2F54A1954801}" presName="connTx" presStyleLbl="parChTrans1D4" presStyleIdx="19" presStyleCnt="20"/>
      <dgm:spPr/>
    </dgm:pt>
    <dgm:pt modelId="{B30A1A66-86E8-4632-8AB4-F999FCC1C48E}" type="pres">
      <dgm:prSet presAssocID="{E7409F53-2938-4C40-8E9C-D12D91B92D8B}" presName="Name30" presStyleCnt="0"/>
      <dgm:spPr/>
    </dgm:pt>
    <dgm:pt modelId="{63FBADC0-7758-48A0-8EC0-FEB572BC8463}" type="pres">
      <dgm:prSet presAssocID="{E7409F53-2938-4C40-8E9C-D12D91B92D8B}" presName="level2Shape" presStyleLbl="node4" presStyleIdx="19" presStyleCnt="20" custScaleX="129114"/>
      <dgm:spPr/>
    </dgm:pt>
    <dgm:pt modelId="{A244BC02-3DAD-4A2F-94AC-8537C1A3BC4F}" type="pres">
      <dgm:prSet presAssocID="{E7409F53-2938-4C40-8E9C-D12D91B92D8B}" presName="hierChild3" presStyleCnt="0"/>
      <dgm:spPr/>
    </dgm:pt>
    <dgm:pt modelId="{AAB3E397-8138-4B09-AE67-341748AA3317}" type="pres">
      <dgm:prSet presAssocID="{0D829E55-397C-483D-A04E-E8E7FAEB5440}" presName="bgShapesFlow" presStyleCnt="0"/>
      <dgm:spPr/>
    </dgm:pt>
    <dgm:pt modelId="{603B76AF-EE07-46D3-853F-4FA79DAE3ABA}" type="pres">
      <dgm:prSet presAssocID="{FAEBDD3C-F566-4429-AD61-83D5D8E78113}" presName="rectComp" presStyleCnt="0"/>
      <dgm:spPr/>
    </dgm:pt>
    <dgm:pt modelId="{74449AFC-8D3B-424D-8010-9F8FF29AECDC}" type="pres">
      <dgm:prSet presAssocID="{FAEBDD3C-F566-4429-AD61-83D5D8E78113}" presName="bgRect" presStyleLbl="bgShp" presStyleIdx="0" presStyleCnt="6"/>
      <dgm:spPr/>
    </dgm:pt>
    <dgm:pt modelId="{F15BF430-E7ED-431A-B8DE-EACC83A1A5AC}" type="pres">
      <dgm:prSet presAssocID="{FAEBDD3C-F566-4429-AD61-83D5D8E78113}" presName="bgRectTx" presStyleLbl="bgShp" presStyleIdx="0" presStyleCnt="6">
        <dgm:presLayoutVars>
          <dgm:bulletEnabled val="1"/>
        </dgm:presLayoutVars>
      </dgm:prSet>
      <dgm:spPr/>
    </dgm:pt>
    <dgm:pt modelId="{C8CDCA60-FBDD-4444-B7C6-720282D33DD8}" type="pres">
      <dgm:prSet presAssocID="{FAEBDD3C-F566-4429-AD61-83D5D8E78113}" presName="spComp" presStyleCnt="0"/>
      <dgm:spPr/>
    </dgm:pt>
    <dgm:pt modelId="{8C21AD1A-BD1D-46AD-9569-004AB0B4CD12}" type="pres">
      <dgm:prSet presAssocID="{FAEBDD3C-F566-4429-AD61-83D5D8E78113}" presName="hSp" presStyleCnt="0"/>
      <dgm:spPr/>
    </dgm:pt>
    <dgm:pt modelId="{70C12E21-DDAA-4FCF-ACD9-EE5F92105990}" type="pres">
      <dgm:prSet presAssocID="{C6C5B0B9-D4BD-4E51-9973-1FC637167E54}" presName="rectComp" presStyleCnt="0"/>
      <dgm:spPr/>
    </dgm:pt>
    <dgm:pt modelId="{27C7C9CB-D0BC-462C-A74F-43EE12E69B53}" type="pres">
      <dgm:prSet presAssocID="{C6C5B0B9-D4BD-4E51-9973-1FC637167E54}" presName="bgRect" presStyleLbl="bgShp" presStyleIdx="1" presStyleCnt="6"/>
      <dgm:spPr/>
    </dgm:pt>
    <dgm:pt modelId="{900FE99F-3C90-40E7-BA57-2884C4223013}" type="pres">
      <dgm:prSet presAssocID="{C6C5B0B9-D4BD-4E51-9973-1FC637167E54}" presName="bgRectTx" presStyleLbl="bgShp" presStyleIdx="1" presStyleCnt="6">
        <dgm:presLayoutVars>
          <dgm:bulletEnabled val="1"/>
        </dgm:presLayoutVars>
      </dgm:prSet>
      <dgm:spPr/>
    </dgm:pt>
    <dgm:pt modelId="{9429E005-9439-4BB0-A007-A47CD5609FAA}" type="pres">
      <dgm:prSet presAssocID="{C6C5B0B9-D4BD-4E51-9973-1FC637167E54}" presName="spComp" presStyleCnt="0"/>
      <dgm:spPr/>
    </dgm:pt>
    <dgm:pt modelId="{432F8CDB-E423-467D-BC20-C7F08DE41047}" type="pres">
      <dgm:prSet presAssocID="{C6C5B0B9-D4BD-4E51-9973-1FC637167E54}" presName="hSp" presStyleCnt="0"/>
      <dgm:spPr/>
    </dgm:pt>
    <dgm:pt modelId="{BB93460E-B2DA-4E96-8B8C-95B56CEB84EF}" type="pres">
      <dgm:prSet presAssocID="{C3F27351-0BC2-4D62-9AB0-5DD6DD64FE53}" presName="rectComp" presStyleCnt="0"/>
      <dgm:spPr/>
    </dgm:pt>
    <dgm:pt modelId="{D8B4FB08-EC28-46C6-A2F5-1BCC0A470E9D}" type="pres">
      <dgm:prSet presAssocID="{C3F27351-0BC2-4D62-9AB0-5DD6DD64FE53}" presName="bgRect" presStyleLbl="bgShp" presStyleIdx="2" presStyleCnt="6"/>
      <dgm:spPr/>
    </dgm:pt>
    <dgm:pt modelId="{CAE7990F-FB49-45FE-97C8-ADBEF1DF451D}" type="pres">
      <dgm:prSet presAssocID="{C3F27351-0BC2-4D62-9AB0-5DD6DD64FE53}" presName="bgRectTx" presStyleLbl="bgShp" presStyleIdx="2" presStyleCnt="6">
        <dgm:presLayoutVars>
          <dgm:bulletEnabled val="1"/>
        </dgm:presLayoutVars>
      </dgm:prSet>
      <dgm:spPr/>
    </dgm:pt>
    <dgm:pt modelId="{6F2231F1-9738-4BC5-837F-30FE455608CA}" type="pres">
      <dgm:prSet presAssocID="{C3F27351-0BC2-4D62-9AB0-5DD6DD64FE53}" presName="spComp" presStyleCnt="0"/>
      <dgm:spPr/>
    </dgm:pt>
    <dgm:pt modelId="{D59B53D0-1FD8-47F8-A5B2-598DC815FEDB}" type="pres">
      <dgm:prSet presAssocID="{C3F27351-0BC2-4D62-9AB0-5DD6DD64FE53}" presName="hSp" presStyleCnt="0"/>
      <dgm:spPr/>
    </dgm:pt>
    <dgm:pt modelId="{E6B0FE4E-0967-46C1-848A-148606EE25E1}" type="pres">
      <dgm:prSet presAssocID="{23C4D454-DFC4-4782-B154-FEE65834B139}" presName="rectComp" presStyleCnt="0"/>
      <dgm:spPr/>
    </dgm:pt>
    <dgm:pt modelId="{02FE47DA-E1D2-4D05-BE9A-AF8EFB7F4473}" type="pres">
      <dgm:prSet presAssocID="{23C4D454-DFC4-4782-B154-FEE65834B139}" presName="bgRect" presStyleLbl="bgShp" presStyleIdx="3" presStyleCnt="6"/>
      <dgm:spPr/>
    </dgm:pt>
    <dgm:pt modelId="{CA29E07D-326C-480D-A046-E5EC8992BDDA}" type="pres">
      <dgm:prSet presAssocID="{23C4D454-DFC4-4782-B154-FEE65834B139}" presName="bgRectTx" presStyleLbl="bgShp" presStyleIdx="3" presStyleCnt="6">
        <dgm:presLayoutVars>
          <dgm:bulletEnabled val="1"/>
        </dgm:presLayoutVars>
      </dgm:prSet>
      <dgm:spPr/>
    </dgm:pt>
    <dgm:pt modelId="{13B6A109-37A0-46DB-BEC8-92591345B62E}" type="pres">
      <dgm:prSet presAssocID="{23C4D454-DFC4-4782-B154-FEE65834B139}" presName="spComp" presStyleCnt="0"/>
      <dgm:spPr/>
    </dgm:pt>
    <dgm:pt modelId="{57B62780-EC99-48EF-A046-82F42A1E3344}" type="pres">
      <dgm:prSet presAssocID="{23C4D454-DFC4-4782-B154-FEE65834B139}" presName="hSp" presStyleCnt="0"/>
      <dgm:spPr/>
    </dgm:pt>
    <dgm:pt modelId="{7004F2C8-B3EA-4262-BA9E-F9A9C99BC6A6}" type="pres">
      <dgm:prSet presAssocID="{3BDC8A5F-54B0-4894-8CC3-27DDC3966DF1}" presName="rectComp" presStyleCnt="0"/>
      <dgm:spPr/>
    </dgm:pt>
    <dgm:pt modelId="{1F570118-3744-45C0-BD66-5D634FECE9A5}" type="pres">
      <dgm:prSet presAssocID="{3BDC8A5F-54B0-4894-8CC3-27DDC3966DF1}" presName="bgRect" presStyleLbl="bgShp" presStyleIdx="4" presStyleCnt="6"/>
      <dgm:spPr/>
    </dgm:pt>
    <dgm:pt modelId="{9515F7A5-6164-4FC9-8BFE-E3B60F9C08F3}" type="pres">
      <dgm:prSet presAssocID="{3BDC8A5F-54B0-4894-8CC3-27DDC3966DF1}" presName="bgRectTx" presStyleLbl="bgShp" presStyleIdx="4" presStyleCnt="6">
        <dgm:presLayoutVars>
          <dgm:bulletEnabled val="1"/>
        </dgm:presLayoutVars>
      </dgm:prSet>
      <dgm:spPr/>
    </dgm:pt>
    <dgm:pt modelId="{2FE81954-B61F-43FD-A9DD-3BBC5BF288B8}" type="pres">
      <dgm:prSet presAssocID="{3BDC8A5F-54B0-4894-8CC3-27DDC3966DF1}" presName="spComp" presStyleCnt="0"/>
      <dgm:spPr/>
    </dgm:pt>
    <dgm:pt modelId="{7C36E0DB-B4DC-45BF-B997-67E07B04CB2E}" type="pres">
      <dgm:prSet presAssocID="{3BDC8A5F-54B0-4894-8CC3-27DDC3966DF1}" presName="hSp" presStyleCnt="0"/>
      <dgm:spPr/>
    </dgm:pt>
    <dgm:pt modelId="{B3CD00A2-72D2-47CC-97FF-F0AF863660E7}" type="pres">
      <dgm:prSet presAssocID="{E736D0A4-467A-43C3-8CB9-0B4B378F4CB3}" presName="rectComp" presStyleCnt="0"/>
      <dgm:spPr/>
    </dgm:pt>
    <dgm:pt modelId="{FA6AC0B6-D4B1-463A-BA2D-414BC9996F20}" type="pres">
      <dgm:prSet presAssocID="{E736D0A4-467A-43C3-8CB9-0B4B378F4CB3}" presName="bgRect" presStyleLbl="bgShp" presStyleIdx="5" presStyleCnt="6" custScaleX="124605" custScaleY="99291"/>
      <dgm:spPr/>
    </dgm:pt>
    <dgm:pt modelId="{DFEEB3EE-549D-478F-BE08-E64C09D2B765}" type="pres">
      <dgm:prSet presAssocID="{E736D0A4-467A-43C3-8CB9-0B4B378F4CB3}" presName="bgRectTx" presStyleLbl="bgShp" presStyleIdx="5" presStyleCnt="6">
        <dgm:presLayoutVars>
          <dgm:bulletEnabled val="1"/>
        </dgm:presLayoutVars>
      </dgm:prSet>
      <dgm:spPr/>
    </dgm:pt>
  </dgm:ptLst>
  <dgm:cxnLst>
    <dgm:cxn modelId="{833ED000-C715-46D5-AD42-D91CC449E29B}" type="presOf" srcId="{FAEBDD3C-F566-4429-AD61-83D5D8E78113}" destId="{74449AFC-8D3B-424D-8010-9F8FF29AECDC}" srcOrd="0" destOrd="0" presId="urn:microsoft.com/office/officeart/2005/8/layout/hierarchy5"/>
    <dgm:cxn modelId="{AD1D0802-CA70-48D3-AE23-6B29E8C60AA1}" type="presOf" srcId="{0BFED387-BC2D-40BF-BFC2-9006AA475F16}" destId="{B2F14ADE-F91E-4B8F-AEB9-26EA16B11549}" srcOrd="0" destOrd="0" presId="urn:microsoft.com/office/officeart/2005/8/layout/hierarchy5"/>
    <dgm:cxn modelId="{36394702-DF5F-4CDE-A51B-74DE923B44AD}" srcId="{5A25C4C6-B81B-4BEC-93CC-0A30F56EBFEE}" destId="{102E075E-2413-4228-89A7-88F015641CB8}" srcOrd="0" destOrd="0" parTransId="{A900FD88-6BB5-447F-938C-F7BB7F51F4EF}" sibTransId="{CA3F68A1-7ED8-49A5-BCFB-62201CC2C039}"/>
    <dgm:cxn modelId="{3086B402-ADE6-4B73-800E-9F24F93769D5}" type="presOf" srcId="{DFE00329-2E79-459E-ABA6-6644998E480A}" destId="{73DC25E0-C597-4FB0-8F17-3A69937170A0}" srcOrd="0" destOrd="0" presId="urn:microsoft.com/office/officeart/2005/8/layout/hierarchy5"/>
    <dgm:cxn modelId="{51BFC102-44AE-4E17-9C56-EB5D83573A85}" type="presOf" srcId="{3BDC8A5F-54B0-4894-8CC3-27DDC3966DF1}" destId="{1F570118-3744-45C0-BD66-5D634FECE9A5}" srcOrd="0" destOrd="0" presId="urn:microsoft.com/office/officeart/2005/8/layout/hierarchy5"/>
    <dgm:cxn modelId="{E1B44409-75EF-4D38-8960-C372CA0A6E71}" type="presOf" srcId="{9071CF15-1186-4902-964B-B98483075671}" destId="{3805404D-1875-4422-99B4-72C200F95711}" srcOrd="1" destOrd="0" presId="urn:microsoft.com/office/officeart/2005/8/layout/hierarchy5"/>
    <dgm:cxn modelId="{57EB290C-2134-4B40-9D97-B3FD42E090F6}" srcId="{85B71EBC-C132-44F4-A55F-164DC99C3EA5}" destId="{13B53F69-4E06-4B39-A7A8-C169A88C7D9C}" srcOrd="0" destOrd="0" parTransId="{D877BFA7-9F67-4FA6-83A6-6C5BD26D2703}" sibTransId="{00361E96-A42D-4C1C-A9C8-3C28BCFF8D3A}"/>
    <dgm:cxn modelId="{7AC64C0C-6D78-4227-AB4D-40D29E8CAE0A}" srcId="{102E075E-2413-4228-89A7-88F015641CB8}" destId="{8A36CB83-E887-48E5-9B1F-A283265345BD}" srcOrd="0" destOrd="0" parTransId="{90FF8FA9-5C7C-4C88-BE94-59DBFA0A0B44}" sibTransId="{6F16A4BB-7595-4E4D-AAB4-27087C7A368D}"/>
    <dgm:cxn modelId="{7188850D-C28F-4F82-B647-3134E83C15DB}" type="presOf" srcId="{90FF8FA9-5C7C-4C88-BE94-59DBFA0A0B44}" destId="{40CFFE4C-827E-4698-B7E2-D6B9D458299E}" srcOrd="0" destOrd="0" presId="urn:microsoft.com/office/officeart/2005/8/layout/hierarchy5"/>
    <dgm:cxn modelId="{9FCB190E-F897-4C53-9E2C-8DCE344F5E31}" type="presOf" srcId="{23C4D454-DFC4-4782-B154-FEE65834B139}" destId="{CA29E07D-326C-480D-A046-E5EC8992BDDA}" srcOrd="1" destOrd="0" presId="urn:microsoft.com/office/officeart/2005/8/layout/hierarchy5"/>
    <dgm:cxn modelId="{232E240F-6136-4F6C-B9CD-5CE2DFFF0655}" type="presOf" srcId="{B1969D9F-6238-49C3-B42B-0FB50D7D050D}" destId="{30C7A3D8-2DFE-4E0F-828C-F94A74E2B6CF}" srcOrd="0" destOrd="0" presId="urn:microsoft.com/office/officeart/2005/8/layout/hierarchy5"/>
    <dgm:cxn modelId="{0B950F11-BFF9-4603-AF5D-1031F4EF3534}" type="presOf" srcId="{E736D0A4-467A-43C3-8CB9-0B4B378F4CB3}" destId="{FA6AC0B6-D4B1-463A-BA2D-414BC9996F20}" srcOrd="0" destOrd="0" presId="urn:microsoft.com/office/officeart/2005/8/layout/hierarchy5"/>
    <dgm:cxn modelId="{0A8A8611-E6F9-4EB9-886E-B4513CBE1788}" type="presOf" srcId="{CF333BF4-9AAA-4FE0-A88F-3CE15A4DBF66}" destId="{15E91B4D-4733-4464-8A02-F42C40F81A72}" srcOrd="1" destOrd="0" presId="urn:microsoft.com/office/officeart/2005/8/layout/hierarchy5"/>
    <dgm:cxn modelId="{2626DE11-C478-4595-A552-260942F5282A}" srcId="{1FC2D8DA-0B28-4FB7-9EA7-559B69B62EC2}" destId="{8168A80D-897E-4AF1-A22F-2D069EC4BC0C}" srcOrd="0" destOrd="0" parTransId="{C194BC5D-4ED0-4AAE-AD46-E365E86C0F2C}" sibTransId="{D1868619-8222-4A2D-8BD8-B52B62164FA2}"/>
    <dgm:cxn modelId="{A5DD4012-3BC7-42F3-9DD8-EFDC43ECFC37}" type="presOf" srcId="{C135BC07-38F7-464E-8A74-ECE8E63D058E}" destId="{EB144DA5-BBC2-4CC4-A76F-FE2BE63B52FF}" srcOrd="0" destOrd="0" presId="urn:microsoft.com/office/officeart/2005/8/layout/hierarchy5"/>
    <dgm:cxn modelId="{97988A13-FDDA-4667-ADD6-7478EC1DA577}" type="presOf" srcId="{819E84F2-1742-433D-B045-DCC72A9EC736}" destId="{BFF2EA8A-2200-4881-8AF2-2CBECE0109B0}" srcOrd="1" destOrd="0" presId="urn:microsoft.com/office/officeart/2005/8/layout/hierarchy5"/>
    <dgm:cxn modelId="{A9377716-81A3-46E7-A8AB-7FEFD9FF0A4F}" srcId="{C135BC07-38F7-464E-8A74-ECE8E63D058E}" destId="{482199A2-DBBE-4E5A-8AF3-EC5D8E636575}" srcOrd="0" destOrd="0" parTransId="{FBA5B754-6450-4498-A33D-5A1195B290C6}" sibTransId="{8091F787-76ED-422B-9E22-5EFE702E9CFF}"/>
    <dgm:cxn modelId="{774A8A1E-DB88-42BB-B17E-AC9A502F1B65}" type="presOf" srcId="{76FFE70B-093B-4A78-9D8E-C08974DF5B78}" destId="{51CD9C39-209F-4161-8D3F-1D1FD1462955}" srcOrd="1" destOrd="0" presId="urn:microsoft.com/office/officeart/2005/8/layout/hierarchy5"/>
    <dgm:cxn modelId="{33CAC51E-3C1A-42F8-B3A7-D9CFC43C41CB}" type="presOf" srcId="{6CCBCB1C-49F5-44E6-895F-093B6919F92D}" destId="{2F5C0647-B6BA-4CED-A4C8-9C0C70D0FD27}" srcOrd="1" destOrd="0" presId="urn:microsoft.com/office/officeart/2005/8/layout/hierarchy5"/>
    <dgm:cxn modelId="{F34F0F23-B986-4E22-999F-1BEF5C1071AF}" type="presOf" srcId="{C194BC5D-4ED0-4AAE-AD46-E365E86C0F2C}" destId="{ACEA7372-108A-475C-9408-AC02103AA9D0}" srcOrd="0" destOrd="0" presId="urn:microsoft.com/office/officeart/2005/8/layout/hierarchy5"/>
    <dgm:cxn modelId="{20EA9C24-1550-4F53-8DED-8AD0026EC0B4}" type="presOf" srcId="{08CE0993-14E2-4DEE-A6E4-208CD9FDB860}" destId="{04DE3D14-F217-49DB-8D36-CA766ABEF45F}" srcOrd="0" destOrd="0" presId="urn:microsoft.com/office/officeart/2005/8/layout/hierarchy5"/>
    <dgm:cxn modelId="{1C542125-7A15-4CBB-BDD2-71B3EDBBF9AB}" type="presOf" srcId="{DDC2D0DE-F864-4A9A-8897-5E904ECBC35F}" destId="{FA40138B-0E0F-4629-8790-2D48D72C3651}" srcOrd="0" destOrd="0" presId="urn:microsoft.com/office/officeart/2005/8/layout/hierarchy5"/>
    <dgm:cxn modelId="{81352825-9373-4480-B0BA-44809D9B4F63}" type="presOf" srcId="{C2C431E1-7AA9-48B0-8AA0-DE690454F22E}" destId="{246FE0FC-0B07-4C84-BAAC-088D1B1639F1}" srcOrd="1" destOrd="0" presId="urn:microsoft.com/office/officeart/2005/8/layout/hierarchy5"/>
    <dgm:cxn modelId="{41E8A126-EE93-4916-8F3A-268BF7A69EC3}" type="presOf" srcId="{FE496F90-A7F8-4F5E-BA51-4D6F14E5F3A0}" destId="{3DECD681-86A5-47B7-B74B-6DF98A90B6C1}" srcOrd="1" destOrd="0" presId="urn:microsoft.com/office/officeart/2005/8/layout/hierarchy5"/>
    <dgm:cxn modelId="{509F732A-4B7A-4CBC-AD15-4D4A0C5B22F0}" type="presOf" srcId="{A0E97400-C9F1-4007-B77B-DF78AA14A7A5}" destId="{7079CFB8-E0D6-436F-89D6-9D19DAB060A7}" srcOrd="0" destOrd="0" presId="urn:microsoft.com/office/officeart/2005/8/layout/hierarchy5"/>
    <dgm:cxn modelId="{0BD79E2C-48CD-4FAF-B6C9-5BF55EFE40C9}" type="presOf" srcId="{3B128136-3765-436B-81E5-C4A5C8CEFFAE}" destId="{4F789F43-9C6E-4E0A-A104-088CC20BC5EC}" srcOrd="1" destOrd="0" presId="urn:microsoft.com/office/officeart/2005/8/layout/hierarchy5"/>
    <dgm:cxn modelId="{0636592D-983F-4F79-8975-B14DF3788C73}" srcId="{A0E97400-C9F1-4007-B77B-DF78AA14A7A5}" destId="{715BB251-02BD-4733-9D9E-A9E9FE850F86}" srcOrd="0" destOrd="0" parTransId="{5E7D41FA-1D65-49CD-B706-45D070D54C69}" sibTransId="{E6AF73FD-6CEF-4F74-AD02-A6DDF09FE6CA}"/>
    <dgm:cxn modelId="{B3B38F2D-4168-4EE6-9ED9-EAC0BFC2D5CA}" type="presOf" srcId="{08CE0993-14E2-4DEE-A6E4-208CD9FDB860}" destId="{DBD6576B-8177-49A9-BDEC-092253D73912}" srcOrd="1" destOrd="0" presId="urn:microsoft.com/office/officeart/2005/8/layout/hierarchy5"/>
    <dgm:cxn modelId="{12DDDB31-49EA-4E7A-82E1-510C287E606D}" type="presOf" srcId="{529DF9FC-EE91-4FB4-96FE-30511B5AECAC}" destId="{95D72A1A-0B5C-405B-9B23-993EFEFC531D}" srcOrd="0" destOrd="0" presId="urn:microsoft.com/office/officeart/2005/8/layout/hierarchy5"/>
    <dgm:cxn modelId="{48C94235-4DDD-46E0-91C7-1A0DE8AE72BE}" srcId="{0D829E55-397C-483D-A04E-E8E7FAEB5440}" destId="{F4D13B1A-C02F-40E6-B7E4-A7A2579B88FE}" srcOrd="0" destOrd="0" parTransId="{7FC1EFEA-7AFC-4196-83AB-7AB9D75A9DF1}" sibTransId="{8C98B5BA-D5F2-4707-93C9-5AD2D75D2798}"/>
    <dgm:cxn modelId="{8C0EAC36-3EE1-475B-9F00-435DE0029746}" srcId="{F4D13B1A-C02F-40E6-B7E4-A7A2579B88FE}" destId="{2C410632-6F02-4E96-B935-D110D3E0576F}" srcOrd="2" destOrd="0" parTransId="{0BFED387-BC2D-40BF-BFC2-9006AA475F16}" sibTransId="{982CB6D1-C6F8-4F60-A828-A444A6560D6B}"/>
    <dgm:cxn modelId="{5C62B438-BCE1-4B21-B7E5-451ABDDF2CFC}" type="presOf" srcId="{0BFED387-BC2D-40BF-BFC2-9006AA475F16}" destId="{F54F0261-49FD-41F1-A530-8638205C27B5}" srcOrd="1" destOrd="0" presId="urn:microsoft.com/office/officeart/2005/8/layout/hierarchy5"/>
    <dgm:cxn modelId="{0173B439-1F22-43F1-87B7-E87DADDBF00F}" type="presOf" srcId="{482199A2-DBBE-4E5A-8AF3-EC5D8E636575}" destId="{71EEE4AE-48F8-41D5-9E14-BBDCA6D8F625}" srcOrd="0" destOrd="0" presId="urn:microsoft.com/office/officeart/2005/8/layout/hierarchy5"/>
    <dgm:cxn modelId="{788D453A-3595-4A0A-9153-F4AD10ED9B14}" type="presOf" srcId="{5E7D41FA-1D65-49CD-B706-45D070D54C69}" destId="{41CD5663-EC82-431B-9118-8715222B31FD}" srcOrd="1" destOrd="0" presId="urn:microsoft.com/office/officeart/2005/8/layout/hierarchy5"/>
    <dgm:cxn modelId="{B0B7943B-2044-4389-B5D2-4927BA8567A2}" type="presOf" srcId="{C6C5B0B9-D4BD-4E51-9973-1FC637167E54}" destId="{900FE99F-3C90-40E7-BA57-2884C4223013}" srcOrd="1" destOrd="0" presId="urn:microsoft.com/office/officeart/2005/8/layout/hierarchy5"/>
    <dgm:cxn modelId="{1B590B3C-FDB7-4F22-B7ED-F4883AE1E472}" type="presOf" srcId="{953E78A9-1A6D-4819-9B01-80630FA80534}" destId="{95546BE3-B6FA-4948-89D9-F3CC4E018681}" srcOrd="0" destOrd="0" presId="urn:microsoft.com/office/officeart/2005/8/layout/hierarchy5"/>
    <dgm:cxn modelId="{C5E5E43C-C093-4D1E-BF3F-64F79A158285}" type="presOf" srcId="{788DE870-C575-4C38-96A9-6EDBD953FA4A}" destId="{898C66BC-B719-46CA-BE6F-9FBD24EB20AD}" srcOrd="0" destOrd="0" presId="urn:microsoft.com/office/officeart/2005/8/layout/hierarchy5"/>
    <dgm:cxn modelId="{F0D13240-7137-46FE-8D36-7B9CCE192312}" srcId="{8A36CB83-E887-48E5-9B1F-A283265345BD}" destId="{F79935AE-AE73-4849-9C41-FE329EB16311}" srcOrd="0" destOrd="0" parTransId="{FE496F90-A7F8-4F5E-BA51-4D6F14E5F3A0}" sibTransId="{DF61B028-3A38-4393-847F-1EFFEAAD15CE}"/>
    <dgm:cxn modelId="{ECD10441-A15C-4C86-B40F-4D5966849614}" type="presOf" srcId="{F79935AE-AE73-4849-9C41-FE329EB16311}" destId="{870B49D4-0333-414C-B71B-9068073B89FA}" srcOrd="0" destOrd="0" presId="urn:microsoft.com/office/officeart/2005/8/layout/hierarchy5"/>
    <dgm:cxn modelId="{A0385442-937B-40E9-B4B4-19539EC40323}" srcId="{1116FBAC-5B2D-4F67-8AF1-F27609A2A855}" destId="{788DE870-C575-4C38-96A9-6EDBD953FA4A}" srcOrd="0" destOrd="0" parTransId="{AABB3AFC-8F33-41DF-BFD5-C91DB4FD6132}" sibTransId="{1ED00969-F6EA-4E30-ADCA-3FE0E34AB07F}"/>
    <dgm:cxn modelId="{BC933D43-2F47-43F1-B1CD-6CC296790FDD}" type="presOf" srcId="{2C410632-6F02-4E96-B935-D110D3E0576F}" destId="{52EF24EF-4B99-4555-A4B9-4145B8C5D462}" srcOrd="0" destOrd="0" presId="urn:microsoft.com/office/officeart/2005/8/layout/hierarchy5"/>
    <dgm:cxn modelId="{DE8BA764-F86F-4F51-8F52-22EC692CDEE8}" type="presOf" srcId="{9071CF15-1186-4902-964B-B98483075671}" destId="{C6949A53-690A-447B-9D88-A1D5F3F1EBDB}" srcOrd="0" destOrd="0" presId="urn:microsoft.com/office/officeart/2005/8/layout/hierarchy5"/>
    <dgm:cxn modelId="{DA242666-BFB7-447D-84E0-3EF36260258B}" type="presOf" srcId="{FBA5B754-6450-4498-A33D-5A1195B290C6}" destId="{73867358-EC02-4896-B7FC-95BE70F85DC2}" srcOrd="1" destOrd="0" presId="urn:microsoft.com/office/officeart/2005/8/layout/hierarchy5"/>
    <dgm:cxn modelId="{9A31F266-6922-4140-A8D3-1F4F6FE28955}" type="presOf" srcId="{BCA52B8B-A5F5-4304-B26B-A9ABD9474B71}" destId="{E3C29253-94F0-4071-986A-EA59F9EE803A}" srcOrd="1" destOrd="0" presId="urn:microsoft.com/office/officeart/2005/8/layout/hierarchy5"/>
    <dgm:cxn modelId="{CEA74447-D56E-404E-B83A-8AEB7228A3EB}" srcId="{13B53F69-4E06-4B39-A7A8-C169A88C7D9C}" destId="{E7409F53-2938-4C40-8E9C-D12D91B92D8B}" srcOrd="1" destOrd="0" parTransId="{9AB30090-B90D-4EBA-943D-2F54A1954801}" sibTransId="{8A88D108-BFC5-4BEC-BDB0-0A0F6C4F2CBB}"/>
    <dgm:cxn modelId="{6F5FEA67-6521-4176-A146-BA6411B62324}" srcId="{529DF9FC-EE91-4FB4-96FE-30511B5AECAC}" destId="{4A0EFC6C-D2D3-449D-B5B0-5A7A7D6BABBB}" srcOrd="0" destOrd="0" parTransId="{76FFE70B-093B-4A78-9D8E-C08974DF5B78}" sibTransId="{8E9D80DC-CAC8-4CBE-B192-A71153EAE6BA}"/>
    <dgm:cxn modelId="{3B7F4048-67E1-462B-9F55-CD6F9AAD0DE8}" srcId="{F4D13B1A-C02F-40E6-B7E4-A7A2579B88FE}" destId="{A0E97400-C9F1-4007-B77B-DF78AA14A7A5}" srcOrd="3" destOrd="0" parTransId="{BCA52B8B-A5F5-4304-B26B-A9ABD9474B71}" sibTransId="{E8F35FE3-5E33-4922-9283-7A79BB1E290B}"/>
    <dgm:cxn modelId="{BF209648-966F-4476-87CD-9BF1C627AB59}" srcId="{4A0EFC6C-D2D3-449D-B5B0-5A7A7D6BABBB}" destId="{6504EB93-CB70-47CB-A1DC-B665546F8E80}" srcOrd="1" destOrd="0" parTransId="{BFC90B48-42B6-42BE-9B39-6B139260FEEB}" sibTransId="{86F8BF18-F03F-4CEC-9EE1-1AF5951529AA}"/>
    <dgm:cxn modelId="{06057969-4755-4838-80ED-CF0D1F0A4ACB}" type="presOf" srcId="{C2C431E1-7AA9-48B0-8AA0-DE690454F22E}" destId="{F873B8FA-BD76-4488-8C32-F7A0CB58F239}" srcOrd="0" destOrd="0" presId="urn:microsoft.com/office/officeart/2005/8/layout/hierarchy5"/>
    <dgm:cxn modelId="{71698149-71C3-4DB7-BACC-CD2327C775A5}" type="presOf" srcId="{5BE4641C-C0CF-4797-8184-85DB4CBEE8FB}" destId="{D6E96425-1401-44D1-B1FE-FAC0439C65A6}" srcOrd="0" destOrd="0" presId="urn:microsoft.com/office/officeart/2005/8/layout/hierarchy5"/>
    <dgm:cxn modelId="{F33FE46A-2C23-4D6D-B93A-E283C4901032}" type="presOf" srcId="{5FF8F786-BEFD-4A7A-9140-69987C138CDB}" destId="{940E0B1A-BE23-4420-8F98-AE4AEEDDEA74}" srcOrd="0" destOrd="0" presId="urn:microsoft.com/office/officeart/2005/8/layout/hierarchy5"/>
    <dgm:cxn modelId="{F03F036C-C8C0-496D-B749-68C7DFFD19E4}" type="presOf" srcId="{7617F3AD-144B-4577-8907-647A5B31ABE3}" destId="{9DAE9D90-7B0B-41B1-89E9-F82BBDAE9DDE}" srcOrd="1" destOrd="0" presId="urn:microsoft.com/office/officeart/2005/8/layout/hierarchy5"/>
    <dgm:cxn modelId="{3FC3786C-41D4-4670-852E-08D36BEA00E0}" type="presOf" srcId="{85B71EBC-C132-44F4-A55F-164DC99C3EA5}" destId="{9670CC76-73D5-484F-9674-F664A5EE1BC8}" srcOrd="0" destOrd="0" presId="urn:microsoft.com/office/officeart/2005/8/layout/hierarchy5"/>
    <dgm:cxn modelId="{3E4F286D-D9B1-4DB0-A36B-1AF8AE670EB0}" type="presOf" srcId="{BFC90B48-42B6-42BE-9B39-6B139260FEEB}" destId="{5AC3A643-6441-4AF1-A544-E5745C7E1FCF}" srcOrd="1" destOrd="0" presId="urn:microsoft.com/office/officeart/2005/8/layout/hierarchy5"/>
    <dgm:cxn modelId="{90987B4D-F907-488C-8577-E9A7A893EAA1}" srcId="{F4D13B1A-C02F-40E6-B7E4-A7A2579B88FE}" destId="{529DF9FC-EE91-4FB4-96FE-30511B5AECAC}" srcOrd="1" destOrd="0" parTransId="{9071CF15-1186-4902-964B-B98483075671}" sibTransId="{576845C8-DBFE-4910-BBF7-FA652DFC36E0}"/>
    <dgm:cxn modelId="{5A26FB6D-4517-4803-A297-277087786B5B}" srcId="{508091C2-5205-4CC9-9C43-35F395F8CDFD}" destId="{DFE00329-2E79-459E-ABA6-6644998E480A}" srcOrd="0" destOrd="0" parTransId="{B1969D9F-6238-49C3-B42B-0FB50D7D050D}" sibTransId="{353AB74E-2AAA-4E8C-807F-946055A8D4AB}"/>
    <dgm:cxn modelId="{64C63E4E-91C6-42A3-A2D8-154059BF9EC4}" type="presOf" srcId="{508091C2-5205-4CC9-9C43-35F395F8CDFD}" destId="{7A4CC124-8AEF-4802-A377-A82B0D4F6C37}" srcOrd="0" destOrd="0" presId="urn:microsoft.com/office/officeart/2005/8/layout/hierarchy5"/>
    <dgm:cxn modelId="{B68EA54E-6162-44B6-A1B2-E77DF96898B5}" type="presOf" srcId="{6CCBCB1C-49F5-44E6-895F-093B6919F92D}" destId="{955375EE-324E-4116-9453-25F55D1F4194}" srcOrd="0" destOrd="0" presId="urn:microsoft.com/office/officeart/2005/8/layout/hierarchy5"/>
    <dgm:cxn modelId="{D94DCA6F-94B0-4399-876E-DD7BC126EFD9}" srcId="{49D79625-5E2C-4D3C-8EAD-89D028DDA49F}" destId="{5A25C4C6-B81B-4BEC-93CC-0A30F56EBFEE}" srcOrd="0" destOrd="0" parTransId="{08CE0993-14E2-4DEE-A6E4-208CD9FDB860}" sibTransId="{C2C7802A-35D5-47E1-AC67-6C31688DBCB0}"/>
    <dgm:cxn modelId="{5434FF6F-5F9F-485A-8899-81D2D9ED65A2}" srcId="{13B53F69-4E06-4B39-A7A8-C169A88C7D9C}" destId="{3D9278D9-6225-4B8D-BE16-B7516CD912EF}" srcOrd="0" destOrd="0" parTransId="{18514004-439F-4374-83A4-7FDBBC9FFC5F}" sibTransId="{3D36138B-8D28-4E2E-9911-A1F4607BD014}"/>
    <dgm:cxn modelId="{8447E451-BE29-43E2-BDBF-9BEA6112B64F}" type="presOf" srcId="{C3F27351-0BC2-4D62-9AB0-5DD6DD64FE53}" destId="{D8B4FB08-EC28-46C6-A2F5-1BCC0A470E9D}" srcOrd="0" destOrd="0" presId="urn:microsoft.com/office/officeart/2005/8/layout/hierarchy5"/>
    <dgm:cxn modelId="{E42BDF72-4262-40F5-BF4D-A99982A25A72}" srcId="{4A0EFC6C-D2D3-449D-B5B0-5A7A7D6BABBB}" destId="{C135BC07-38F7-464E-8A74-ECE8E63D058E}" srcOrd="0" destOrd="0" parTransId="{953E78A9-1A6D-4819-9B01-80630FA80534}" sibTransId="{4E92FF11-6EB4-4187-BCAF-AABE55C2E72B}"/>
    <dgm:cxn modelId="{F0A5CC55-15B5-443A-B4ED-18CB38A24745}" type="presOf" srcId="{AABB3AFC-8F33-41DF-BFD5-C91DB4FD6132}" destId="{35487B28-D70D-42DA-9A7F-32D39519F58B}" srcOrd="1" destOrd="0" presId="urn:microsoft.com/office/officeart/2005/8/layout/hierarchy5"/>
    <dgm:cxn modelId="{013D0B56-55CB-4C75-98EF-A0250B026E6D}" type="presOf" srcId="{AABB3AFC-8F33-41DF-BFD5-C91DB4FD6132}" destId="{232ECA84-C79F-4F5D-9273-84557BD4392D}" srcOrd="0" destOrd="0" presId="urn:microsoft.com/office/officeart/2005/8/layout/hierarchy5"/>
    <dgm:cxn modelId="{17BA4578-6BA9-443A-99B7-E883D7ACCCFC}" type="presOf" srcId="{1FC2D8DA-0B28-4FB7-9EA7-559B69B62EC2}" destId="{9E24AEB7-5E26-4EAA-BD99-417EBF5E042E}" srcOrd="0" destOrd="0" presId="urn:microsoft.com/office/officeart/2005/8/layout/hierarchy5"/>
    <dgm:cxn modelId="{7841AA79-644D-4DBD-81AB-FD330935D699}" srcId="{0D829E55-397C-483D-A04E-E8E7FAEB5440}" destId="{3BDC8A5F-54B0-4894-8CC3-27DDC3966DF1}" srcOrd="5" destOrd="0" parTransId="{54DC7E64-7951-4397-ACC8-041A94DBB640}" sibTransId="{B6D9E61D-77FB-4F02-8F43-0BFFE49952F5}"/>
    <dgm:cxn modelId="{4E59B17C-7456-493C-ADB4-58E21DE2E20A}" type="presOf" srcId="{A900FD88-6BB5-447F-938C-F7BB7F51F4EF}" destId="{1C76C44A-3F01-424C-BF2E-81BE3EE37B77}" srcOrd="1" destOrd="0" presId="urn:microsoft.com/office/officeart/2005/8/layout/hierarchy5"/>
    <dgm:cxn modelId="{9A81FF7C-D08C-444A-8355-1F596A6311C2}" type="presOf" srcId="{953E78A9-1A6D-4819-9B01-80630FA80534}" destId="{8721FD2B-61A6-486E-BE3E-6E8DB95C28D2}" srcOrd="1" destOrd="0" presId="urn:microsoft.com/office/officeart/2005/8/layout/hierarchy5"/>
    <dgm:cxn modelId="{37325D7F-A2F9-46CC-8A9C-D63FF70BEE7E}" type="presOf" srcId="{90FF8FA9-5C7C-4C88-BE94-59DBFA0A0B44}" destId="{BCA74F3E-CD4B-40E1-A6FE-2D7C3776E18D}" srcOrd="1" destOrd="0" presId="urn:microsoft.com/office/officeart/2005/8/layout/hierarchy5"/>
    <dgm:cxn modelId="{27548D80-F7A0-4E0C-BD3F-310E45D003C5}" srcId="{0D829E55-397C-483D-A04E-E8E7FAEB5440}" destId="{23C4D454-DFC4-4782-B154-FEE65834B139}" srcOrd="4" destOrd="0" parTransId="{5004FFEF-1B50-48D2-97BE-65EF15D558FC}" sibTransId="{E5B612D2-A5EB-4E82-A740-46E833CD00F0}"/>
    <dgm:cxn modelId="{9886C680-5E1C-4F0F-A176-5FB195741E2C}" type="presOf" srcId="{D877BFA7-9F67-4FA6-83A6-6C5BD26D2703}" destId="{56EE75F5-E190-4196-A4F9-BB483A32ED29}" srcOrd="1" destOrd="0" presId="urn:microsoft.com/office/officeart/2005/8/layout/hierarchy5"/>
    <dgm:cxn modelId="{1D5F1D82-EDAB-44E2-99E1-DAA53FD4F771}" type="presOf" srcId="{76FFE70B-093B-4A78-9D8E-C08974DF5B78}" destId="{139ACA93-D5D8-4E2B-B8B5-C97CE1EEB79A}" srcOrd="0" destOrd="0" presId="urn:microsoft.com/office/officeart/2005/8/layout/hierarchy5"/>
    <dgm:cxn modelId="{8197D286-D782-41BB-B4D2-B027DC46DEEE}" type="presOf" srcId="{BCA52B8B-A5F5-4304-B26B-A9ABD9474B71}" destId="{837543AA-3CDD-4395-8E7D-C8BD5057498C}" srcOrd="0" destOrd="0" presId="urn:microsoft.com/office/officeart/2005/8/layout/hierarchy5"/>
    <dgm:cxn modelId="{527F5588-12BF-45E6-AE49-634C22DED826}" type="presOf" srcId="{FAEBDD3C-F566-4429-AD61-83D5D8E78113}" destId="{F15BF430-E7ED-431A-B8DE-EACC83A1A5AC}" srcOrd="1" destOrd="0" presId="urn:microsoft.com/office/officeart/2005/8/layout/hierarchy5"/>
    <dgm:cxn modelId="{C8C39589-3A40-4FDC-8DEE-1779EABE9D5C}" type="presOf" srcId="{11C56265-FD3E-4534-875B-2F18D30657AF}" destId="{186033DD-0F93-4792-BC51-8D5267F58E23}" srcOrd="0" destOrd="0" presId="urn:microsoft.com/office/officeart/2005/8/layout/hierarchy5"/>
    <dgm:cxn modelId="{936C278A-FF3A-423A-B6BB-207B9CFEEBAD}" type="presOf" srcId="{8A36CB83-E887-48E5-9B1F-A283265345BD}" destId="{ED124D6D-8723-4DDF-B48D-6FE04289109D}" srcOrd="0" destOrd="0" presId="urn:microsoft.com/office/officeart/2005/8/layout/hierarchy5"/>
    <dgm:cxn modelId="{C854008F-53DE-4B6D-9BC0-F5937FC86F4A}" type="presOf" srcId="{FBA5B754-6450-4498-A33D-5A1195B290C6}" destId="{0830E25B-35EB-41F4-B095-B31D2D3E7BA5}" srcOrd="0" destOrd="0" presId="urn:microsoft.com/office/officeart/2005/8/layout/hierarchy5"/>
    <dgm:cxn modelId="{DE4B9B90-835D-4E0A-87BE-F5C25437F9A0}" srcId="{6504EB93-CB70-47CB-A1DC-B665546F8E80}" destId="{1116FBAC-5B2D-4F67-8AF1-F27609A2A855}" srcOrd="0" destOrd="0" parTransId="{F0D94699-A81D-43D8-9EEF-57C21BF9AE55}" sibTransId="{FDF8A831-0FD3-4C72-AB12-3E9300973C37}"/>
    <dgm:cxn modelId="{B3B46293-5EC6-4E71-B669-0C363CF79EB9}" type="presOf" srcId="{13B53F69-4E06-4B39-A7A8-C169A88C7D9C}" destId="{10A72CB8-8D2A-4211-B3BC-3CE1C0994FB2}" srcOrd="0" destOrd="0" presId="urn:microsoft.com/office/officeart/2005/8/layout/hierarchy5"/>
    <dgm:cxn modelId="{3E71FD93-0DB1-4C46-80BB-82D6D9B513AE}" srcId="{1116FBAC-5B2D-4F67-8AF1-F27609A2A855}" destId="{5BE4641C-C0CF-4797-8184-85DB4CBEE8FB}" srcOrd="1" destOrd="0" parTransId="{CF333BF4-9AAA-4FE0-A88F-3CE15A4DBF66}" sibTransId="{633B3616-F147-4D8D-B509-A9196A3DFF4A}"/>
    <dgm:cxn modelId="{2AD39294-8750-4B5B-BD59-B640B0CB9177}" type="presOf" srcId="{715BB251-02BD-4733-9D9E-A9E9FE850F86}" destId="{7421ADBF-CFB2-4AE5-9D0B-2D4ED664A8EB}" srcOrd="0" destOrd="0" presId="urn:microsoft.com/office/officeart/2005/8/layout/hierarchy5"/>
    <dgm:cxn modelId="{51FCD797-A25B-4BC2-9EC0-F99E61120000}" type="presOf" srcId="{5E7D41FA-1D65-49CD-B706-45D070D54C69}" destId="{C0C27C66-8773-402A-B948-F2FA52E98781}" srcOrd="0" destOrd="0" presId="urn:microsoft.com/office/officeart/2005/8/layout/hierarchy5"/>
    <dgm:cxn modelId="{F3689399-FC81-495E-BB71-0A49489F82B2}" type="presOf" srcId="{822DE15D-85A3-4834-A6DC-CA3F2E917892}" destId="{648FD4F4-1ABC-4B4B-A855-2C6A5513548A}" srcOrd="0" destOrd="0" presId="urn:microsoft.com/office/officeart/2005/8/layout/hierarchy5"/>
    <dgm:cxn modelId="{A50FC99B-F46F-4D9A-9BB0-14E06BCC8EB0}" type="presOf" srcId="{C6C5B0B9-D4BD-4E51-9973-1FC637167E54}" destId="{27C7C9CB-D0BC-462C-A74F-43EE12E69B53}" srcOrd="0" destOrd="0" presId="urn:microsoft.com/office/officeart/2005/8/layout/hierarchy5"/>
    <dgm:cxn modelId="{C7B35B9D-43C9-43A0-9DDA-44B79A7000B1}" srcId="{0D829E55-397C-483D-A04E-E8E7FAEB5440}" destId="{E736D0A4-467A-43C3-8CB9-0B4B378F4CB3}" srcOrd="6" destOrd="0" parTransId="{4DB5EEF7-E457-4F02-9891-A2FF01AD6C1E}" sibTransId="{F1BA2BE7-95E1-481D-91B2-517E026135FA}"/>
    <dgm:cxn modelId="{031DEC9D-3CD7-4AD8-A038-7FCCD346621D}" srcId="{715BB251-02BD-4733-9D9E-A9E9FE850F86}" destId="{85B71EBC-C132-44F4-A55F-164DC99C3EA5}" srcOrd="0" destOrd="0" parTransId="{C2C431E1-7AA9-48B0-8AA0-DE690454F22E}" sibTransId="{21C03526-FAB9-422E-A7BB-9B8C73B6FD3B}"/>
    <dgm:cxn modelId="{522216A2-28BD-49F7-9B2D-13FA0F4F28A4}" type="presOf" srcId="{0D829E55-397C-483D-A04E-E8E7FAEB5440}" destId="{146D7101-854A-4422-BD0D-7FDE82C78BED}" srcOrd="0" destOrd="0" presId="urn:microsoft.com/office/officeart/2005/8/layout/hierarchy5"/>
    <dgm:cxn modelId="{72C9C1A2-181B-4E9B-9855-D2CF6DFDFF1C}" type="presOf" srcId="{C3F27351-0BC2-4D62-9AB0-5DD6DD64FE53}" destId="{CAE7990F-FB49-45FE-97C8-ADBEF1DF451D}" srcOrd="1" destOrd="0" presId="urn:microsoft.com/office/officeart/2005/8/layout/hierarchy5"/>
    <dgm:cxn modelId="{9DB9EFA6-5FF7-43C4-BF30-0AF789D09801}" type="presOf" srcId="{8168A80D-897E-4AF1-A22F-2D069EC4BC0C}" destId="{3F1D8F11-B986-437D-9A27-EBDB85ABED0D}" srcOrd="0" destOrd="0" presId="urn:microsoft.com/office/officeart/2005/8/layout/hierarchy5"/>
    <dgm:cxn modelId="{B57F4DA8-5FC4-4C66-8F5D-B881A0F5A44D}" type="presOf" srcId="{3D9278D9-6225-4B8D-BE16-B7516CD912EF}" destId="{28B9BD66-E8D6-4310-A62B-CEBFF51BDB07}" srcOrd="0" destOrd="0" presId="urn:microsoft.com/office/officeart/2005/8/layout/hierarchy5"/>
    <dgm:cxn modelId="{CCAD58AA-1185-485F-A130-3809A31BE507}" type="presOf" srcId="{18514004-439F-4374-83A4-7FDBBC9FFC5F}" destId="{06EDC7B4-C071-4B06-8AF7-DB8FC75DCFAD}" srcOrd="0" destOrd="0" presId="urn:microsoft.com/office/officeart/2005/8/layout/hierarchy5"/>
    <dgm:cxn modelId="{183632AB-7A5C-4091-9A9B-BC669FCDDEDC}" type="presOf" srcId="{3BDC8A5F-54B0-4894-8CC3-27DDC3966DF1}" destId="{9515F7A5-6164-4FC9-8BFE-E3B60F9C08F3}" srcOrd="1" destOrd="0" presId="urn:microsoft.com/office/officeart/2005/8/layout/hierarchy5"/>
    <dgm:cxn modelId="{268499AB-7450-4D1C-8155-DE8A82489F50}" srcId="{482199A2-DBBE-4E5A-8AF3-EC5D8E636575}" destId="{0E824628-B87C-4C64-B6ED-6BFAB473A2BB}" srcOrd="0" destOrd="0" parTransId="{5FF8F786-BEFD-4A7A-9140-69987C138CDB}" sibTransId="{CBEC7E18-9299-4465-95DC-AD9C5F50B3D4}"/>
    <dgm:cxn modelId="{4FA985AC-04CE-4D50-8B29-68FA40ED813B}" type="presOf" srcId="{EDE87C90-4801-41EA-BB19-9570572CDA46}" destId="{16EFA6B0-80D2-4876-ABB3-E0D684D4BF3E}" srcOrd="0" destOrd="0" presId="urn:microsoft.com/office/officeart/2005/8/layout/hierarchy5"/>
    <dgm:cxn modelId="{5BD230AE-28D6-4189-B632-56CE6AC33CEA}" type="presOf" srcId="{6504EB93-CB70-47CB-A1DC-B665546F8E80}" destId="{2B0908CA-A90B-440E-B0D9-86985EF98AA0}" srcOrd="0" destOrd="0" presId="urn:microsoft.com/office/officeart/2005/8/layout/hierarchy5"/>
    <dgm:cxn modelId="{3A7BB6AE-9F06-43C5-89B3-D6AA16050D62}" type="presOf" srcId="{4A0EFC6C-D2D3-449D-B5B0-5A7A7D6BABBB}" destId="{22FF0B2B-CB39-4F28-A51A-582DA3538D70}" srcOrd="0" destOrd="0" presId="urn:microsoft.com/office/officeart/2005/8/layout/hierarchy5"/>
    <dgm:cxn modelId="{3C750DB1-49C8-4ED1-9EC9-DF26E061D15A}" type="presOf" srcId="{23C4D454-DFC4-4782-B154-FEE65834B139}" destId="{02FE47DA-E1D2-4D05-BE9A-AF8EFB7F4473}" srcOrd="0" destOrd="0" presId="urn:microsoft.com/office/officeart/2005/8/layout/hierarchy5"/>
    <dgm:cxn modelId="{B503F5B1-9404-45A8-9B0A-03A890AD0AC2}" type="presOf" srcId="{FE496F90-A7F8-4F5E-BA51-4D6F14E5F3A0}" destId="{5F4FA357-0837-441D-8487-FE084E892E03}" srcOrd="0" destOrd="0" presId="urn:microsoft.com/office/officeart/2005/8/layout/hierarchy5"/>
    <dgm:cxn modelId="{427FF3B2-4FFE-4CCB-B58B-A189D5F76931}" type="presOf" srcId="{11C56265-FD3E-4534-875B-2F18D30657AF}" destId="{AD12724C-6882-4BC2-A437-7E45C87F15C6}" srcOrd="1" destOrd="0" presId="urn:microsoft.com/office/officeart/2005/8/layout/hierarchy5"/>
    <dgm:cxn modelId="{661D9EB4-6EEA-4AF3-934B-A867A523AECF}" srcId="{2C410632-6F02-4E96-B935-D110D3E0576F}" destId="{508091C2-5205-4CC9-9C43-35F395F8CDFD}" srcOrd="0" destOrd="0" parTransId="{819E84F2-1742-433D-B045-DCC72A9EC736}" sibTransId="{C1BFB8DE-B77E-4454-8EA3-9C87251C438B}"/>
    <dgm:cxn modelId="{8137BBB8-4922-447F-A905-F46CDD7E2EC3}" type="presOf" srcId="{4BC9CD26-79B3-4ABA-9C41-0D58591BA94C}" destId="{C5D5C4F3-02AA-42EC-91B7-1E3239ECD41D}" srcOrd="0" destOrd="0" presId="urn:microsoft.com/office/officeart/2005/8/layout/hierarchy5"/>
    <dgm:cxn modelId="{EA633BBB-8B20-45A5-8EB4-5782CF4BBDFA}" srcId="{8A36CB83-E887-48E5-9B1F-A283265345BD}" destId="{DDC2D0DE-F864-4A9A-8897-5E904ECBC35F}" srcOrd="1" destOrd="0" parTransId="{6CCBCB1C-49F5-44E6-895F-093B6919F92D}" sibTransId="{A3523741-105C-406F-A5FD-6C7E3A014340}"/>
    <dgm:cxn modelId="{8759C7BC-2E7A-4D43-9215-7244950D43FC}" type="presOf" srcId="{E736D0A4-467A-43C3-8CB9-0B4B378F4CB3}" destId="{DFEEB3EE-549D-478F-BE08-E64C09D2B765}" srcOrd="1" destOrd="0" presId="urn:microsoft.com/office/officeart/2005/8/layout/hierarchy5"/>
    <dgm:cxn modelId="{E63240BD-8FBA-450E-8A28-CD770345BD06}" type="presOf" srcId="{0E824628-B87C-4C64-B6ED-6BFAB473A2BB}" destId="{9D2B8831-AD12-4EFC-864C-433BEA375658}" srcOrd="0" destOrd="0" presId="urn:microsoft.com/office/officeart/2005/8/layout/hierarchy5"/>
    <dgm:cxn modelId="{A07F3DBF-C328-4224-A7C8-4D94BB961A8F}" type="presOf" srcId="{D877BFA7-9F67-4FA6-83A6-6C5BD26D2703}" destId="{C3A9C8C0-EE1C-4FE9-897B-B36CB46AAC7D}" srcOrd="0" destOrd="0" presId="urn:microsoft.com/office/officeart/2005/8/layout/hierarchy5"/>
    <dgm:cxn modelId="{422967C8-36FF-4B73-84B1-92BF6D839E73}" type="presOf" srcId="{3B128136-3765-436B-81E5-C4A5C8CEFFAE}" destId="{83C221DA-BA68-4803-9C39-AC2E54525BBC}" srcOrd="0" destOrd="0" presId="urn:microsoft.com/office/officeart/2005/8/layout/hierarchy5"/>
    <dgm:cxn modelId="{F5C31ACA-5A1F-4506-90CD-9053B9B4762B}" srcId="{DFE00329-2E79-459E-ABA6-6644998E480A}" destId="{1FC2D8DA-0B28-4FB7-9EA7-559B69B62EC2}" srcOrd="0" destOrd="0" parTransId="{3B128136-3765-436B-81E5-C4A5C8CEFFAE}" sibTransId="{930BFE70-3842-4EB8-95A3-CA5F295F477C}"/>
    <dgm:cxn modelId="{077DE5CB-B341-4790-A004-7F4F3E82BE26}" srcId="{482199A2-DBBE-4E5A-8AF3-EC5D8E636575}" destId="{EDE87C90-4801-41EA-BB19-9570572CDA46}" srcOrd="1" destOrd="0" parTransId="{4BC9CD26-79B3-4ABA-9C41-0D58591BA94C}" sibTransId="{7D5A5277-5C35-43B9-BCC9-2DFEED7AA0BE}"/>
    <dgm:cxn modelId="{E61A8FCC-3626-439B-AC24-908CF2A421DA}" type="presOf" srcId="{F0D94699-A81D-43D8-9EEF-57C21BF9AE55}" destId="{57B670F3-9D10-4056-8C7D-A1727E3DCD1E}" srcOrd="1" destOrd="0" presId="urn:microsoft.com/office/officeart/2005/8/layout/hierarchy5"/>
    <dgm:cxn modelId="{8CC9D4CC-12A9-4ABA-A49F-B071904F31CE}" srcId="{0D829E55-397C-483D-A04E-E8E7FAEB5440}" destId="{FAEBDD3C-F566-4429-AD61-83D5D8E78113}" srcOrd="1" destOrd="0" parTransId="{978A5940-C4BA-4921-AF23-8A3E584D0F5F}" sibTransId="{ABE3E4DD-4D21-40FC-8C0E-16A5AC8554C4}"/>
    <dgm:cxn modelId="{8A60A8D2-1A97-4BC6-B92A-8B4F7DCACF90}" type="presOf" srcId="{4BC9CD26-79B3-4ABA-9C41-0D58591BA94C}" destId="{0D09BA50-7D8A-4089-A8FC-DD71D5C711C0}" srcOrd="1" destOrd="0" presId="urn:microsoft.com/office/officeart/2005/8/layout/hierarchy5"/>
    <dgm:cxn modelId="{307F97D7-F7DE-456A-8C69-49BD46DB0D8D}" type="presOf" srcId="{819E84F2-1742-433D-B045-DCC72A9EC736}" destId="{729509D3-E5AD-4C5F-911F-AB67A4F93F05}" srcOrd="0" destOrd="0" presId="urn:microsoft.com/office/officeart/2005/8/layout/hierarchy5"/>
    <dgm:cxn modelId="{4D0766D8-0EC5-4149-B894-9E8045C71162}" type="presOf" srcId="{CF333BF4-9AAA-4FE0-A88F-3CE15A4DBF66}" destId="{785D398E-9522-4A97-8374-980CD57FFE0D}" srcOrd="0" destOrd="0" presId="urn:microsoft.com/office/officeart/2005/8/layout/hierarchy5"/>
    <dgm:cxn modelId="{B2301EDA-94C4-4471-9123-A0DA17D8F0DD}" type="presOf" srcId="{BFC90B48-42B6-42BE-9B39-6B139260FEEB}" destId="{91868885-8F84-4303-B296-F33CB6D3DD33}" srcOrd="0" destOrd="0" presId="urn:microsoft.com/office/officeart/2005/8/layout/hierarchy5"/>
    <dgm:cxn modelId="{534F83DB-126F-4E41-98B1-A7D7A4298B63}" srcId="{F4D13B1A-C02F-40E6-B7E4-A7A2579B88FE}" destId="{49D79625-5E2C-4D3C-8EAD-89D028DDA49F}" srcOrd="0" destOrd="0" parTransId="{11C56265-FD3E-4534-875B-2F18D30657AF}" sibTransId="{4FF53574-AF14-4F73-B0BC-58E0EBA8C453}"/>
    <dgm:cxn modelId="{3766D0DB-0D29-4073-B146-6ECA04A7280E}" type="presOf" srcId="{E7409F53-2938-4C40-8E9C-D12D91B92D8B}" destId="{63FBADC0-7758-48A0-8EC0-FEB572BC8463}" srcOrd="0" destOrd="0" presId="urn:microsoft.com/office/officeart/2005/8/layout/hierarchy5"/>
    <dgm:cxn modelId="{B83E0ADF-3F86-4BF6-989E-45C9F328E3AF}" type="presOf" srcId="{7617F3AD-144B-4577-8907-647A5B31ABE3}" destId="{9B0EE137-B427-4416-92A6-F9570CCA8BC0}" srcOrd="0" destOrd="0" presId="urn:microsoft.com/office/officeart/2005/8/layout/hierarchy5"/>
    <dgm:cxn modelId="{D655B4E0-F407-4863-A255-1E8AD8482CB5}" type="presOf" srcId="{F0D94699-A81D-43D8-9EEF-57C21BF9AE55}" destId="{6B227261-C795-4C56-9D66-519D15047C61}" srcOrd="0" destOrd="0" presId="urn:microsoft.com/office/officeart/2005/8/layout/hierarchy5"/>
    <dgm:cxn modelId="{24664AE1-E4DF-4B0F-8EB1-EABE13CA7883}" type="presOf" srcId="{102E075E-2413-4228-89A7-88F015641CB8}" destId="{A69F079E-7FEF-46B4-AF86-263262E93C82}" srcOrd="0" destOrd="0" presId="urn:microsoft.com/office/officeart/2005/8/layout/hierarchy5"/>
    <dgm:cxn modelId="{0978F2E1-5E9E-4DA4-B219-1C7E41A7A546}" srcId="{0D829E55-397C-483D-A04E-E8E7FAEB5440}" destId="{C6C5B0B9-D4BD-4E51-9973-1FC637167E54}" srcOrd="2" destOrd="0" parTransId="{7900E1C9-59D0-4F08-A9D7-26984082FA7C}" sibTransId="{2DA0EAC5-1A3B-4D79-A594-4E134BCFB676}"/>
    <dgm:cxn modelId="{80FC02E2-CD98-41B3-8D00-9EA9195F5A17}" type="presOf" srcId="{1116FBAC-5B2D-4F67-8AF1-F27609A2A855}" destId="{F079AD87-B864-4779-B7DA-6E90CF9BE936}" srcOrd="0" destOrd="0" presId="urn:microsoft.com/office/officeart/2005/8/layout/hierarchy5"/>
    <dgm:cxn modelId="{8F3459E3-A70B-4524-8C43-317D81377970}" type="presOf" srcId="{B1969D9F-6238-49C3-B42B-0FB50D7D050D}" destId="{75780E4F-F9AC-43A0-A778-52A9EB104204}" srcOrd="1" destOrd="0" presId="urn:microsoft.com/office/officeart/2005/8/layout/hierarchy5"/>
    <dgm:cxn modelId="{B9E24DE6-88F6-40D1-931D-383FC95F6E41}" type="presOf" srcId="{F4D13B1A-C02F-40E6-B7E4-A7A2579B88FE}" destId="{FBFA8CB2-41EF-4526-961B-2F7F5C7CEC08}" srcOrd="0" destOrd="0" presId="urn:microsoft.com/office/officeart/2005/8/layout/hierarchy5"/>
    <dgm:cxn modelId="{CF5F82ED-C987-4195-8B96-366A89162EAA}" type="presOf" srcId="{49D79625-5E2C-4D3C-8EAD-89D028DDA49F}" destId="{E219BD7F-0C16-4BFF-87F9-050BA0548693}" srcOrd="0" destOrd="0" presId="urn:microsoft.com/office/officeart/2005/8/layout/hierarchy5"/>
    <dgm:cxn modelId="{0A8744EE-9D46-4FA6-985D-287373376908}" type="presOf" srcId="{5A25C4C6-B81B-4BEC-93CC-0A30F56EBFEE}" destId="{8A454959-1FB7-4CDB-82DF-1B96AEE7746D}" srcOrd="0" destOrd="0" presId="urn:microsoft.com/office/officeart/2005/8/layout/hierarchy5"/>
    <dgm:cxn modelId="{1D39D3F0-ECF0-4B94-BFAA-3F2148B89C79}" srcId="{1FC2D8DA-0B28-4FB7-9EA7-559B69B62EC2}" destId="{822DE15D-85A3-4834-A6DC-CA3F2E917892}" srcOrd="1" destOrd="0" parTransId="{7617F3AD-144B-4577-8907-647A5B31ABE3}" sibTransId="{5664F8DA-A307-4E9A-9F66-19101C9555D8}"/>
    <dgm:cxn modelId="{09AB56F2-041B-4544-80EF-C5D49D8CB059}" type="presOf" srcId="{18514004-439F-4374-83A4-7FDBBC9FFC5F}" destId="{D831141D-57C8-4E59-8385-8C134D620B0F}" srcOrd="1" destOrd="0" presId="urn:microsoft.com/office/officeart/2005/8/layout/hierarchy5"/>
    <dgm:cxn modelId="{F178E0F4-4E83-4047-86E1-B347BEB25624}" type="presOf" srcId="{A900FD88-6BB5-447F-938C-F7BB7F51F4EF}" destId="{077AA2D0-E6D7-4D58-8DD0-79072B1F4939}" srcOrd="0" destOrd="0" presId="urn:microsoft.com/office/officeart/2005/8/layout/hierarchy5"/>
    <dgm:cxn modelId="{62B766F7-2F74-47A9-81CB-4CA9A66012A3}" type="presOf" srcId="{C194BC5D-4ED0-4AAE-AD46-E365E86C0F2C}" destId="{0CA01CF8-816E-4BF7-BFE5-1151D468F0B7}" srcOrd="1" destOrd="0" presId="urn:microsoft.com/office/officeart/2005/8/layout/hierarchy5"/>
    <dgm:cxn modelId="{B2F106F8-A7E8-4FDB-9CC7-CD5B1A94EDA0}" type="presOf" srcId="{5FF8F786-BEFD-4A7A-9140-69987C138CDB}" destId="{7F96EFD5-DE91-49FE-8BB8-C00FCBD63D98}" srcOrd="1" destOrd="0" presId="urn:microsoft.com/office/officeart/2005/8/layout/hierarchy5"/>
    <dgm:cxn modelId="{B9DA5AF8-A60A-4C3E-AEFA-F53A57DAD0C8}" srcId="{0D829E55-397C-483D-A04E-E8E7FAEB5440}" destId="{C3F27351-0BC2-4D62-9AB0-5DD6DD64FE53}" srcOrd="3" destOrd="0" parTransId="{8EA0A6AD-7F11-40B6-AD54-A4DA82460ABF}" sibTransId="{B26F42D0-B706-41F4-A868-2005F249198A}"/>
    <dgm:cxn modelId="{9BBDD3F9-523A-488A-823C-35F800287FC9}" type="presOf" srcId="{9AB30090-B90D-4EBA-943D-2F54A1954801}" destId="{FFE8E79E-696A-4160-BB34-827659FA840B}" srcOrd="0" destOrd="0" presId="urn:microsoft.com/office/officeart/2005/8/layout/hierarchy5"/>
    <dgm:cxn modelId="{AC2A46FC-E2C4-4386-879A-A19E73BCA4BE}" type="presOf" srcId="{9AB30090-B90D-4EBA-943D-2F54A1954801}" destId="{E1E503CC-229F-46B1-8B57-388BC0EB12DE}" srcOrd="1" destOrd="0" presId="urn:microsoft.com/office/officeart/2005/8/layout/hierarchy5"/>
    <dgm:cxn modelId="{A96B3DFF-A2CC-48FD-BBBB-DB6B0A8B631E}" type="presParOf" srcId="{146D7101-854A-4422-BD0D-7FDE82C78BED}" destId="{C4F23EE3-0EBD-4B36-9053-FA171248E6CE}" srcOrd="0" destOrd="0" presId="urn:microsoft.com/office/officeart/2005/8/layout/hierarchy5"/>
    <dgm:cxn modelId="{86F61D07-168A-49E0-8FBC-0F6C22F85555}" type="presParOf" srcId="{C4F23EE3-0EBD-4B36-9053-FA171248E6CE}" destId="{5FBE76A9-3F97-4AAE-A87C-D5896D9AFC7F}" srcOrd="0" destOrd="0" presId="urn:microsoft.com/office/officeart/2005/8/layout/hierarchy5"/>
    <dgm:cxn modelId="{D552630C-A3D8-4B58-A0CB-F196D6C35BEB}" type="presParOf" srcId="{C4F23EE3-0EBD-4B36-9053-FA171248E6CE}" destId="{461FE605-398A-4E42-8AE2-2013B53A7E6F}" srcOrd="1" destOrd="0" presId="urn:microsoft.com/office/officeart/2005/8/layout/hierarchy5"/>
    <dgm:cxn modelId="{2E94FB11-6C1F-4464-BCE9-C7E086772CEE}" type="presParOf" srcId="{461FE605-398A-4E42-8AE2-2013B53A7E6F}" destId="{271F5BFF-886D-4207-8BF3-7CB98CA2C3D3}" srcOrd="0" destOrd="0" presId="urn:microsoft.com/office/officeart/2005/8/layout/hierarchy5"/>
    <dgm:cxn modelId="{AA5172E8-7570-4CE9-9270-AE4B4FF1F70E}" type="presParOf" srcId="{271F5BFF-886D-4207-8BF3-7CB98CA2C3D3}" destId="{FBFA8CB2-41EF-4526-961B-2F7F5C7CEC08}" srcOrd="0" destOrd="0" presId="urn:microsoft.com/office/officeart/2005/8/layout/hierarchy5"/>
    <dgm:cxn modelId="{ADE3A4C3-EF6F-4EAB-B23D-F45E688F1185}" type="presParOf" srcId="{271F5BFF-886D-4207-8BF3-7CB98CA2C3D3}" destId="{CB7B46FB-34CB-4F9F-A6DD-0A79B7A38987}" srcOrd="1" destOrd="0" presId="urn:microsoft.com/office/officeart/2005/8/layout/hierarchy5"/>
    <dgm:cxn modelId="{4F73BCA7-60A7-41BF-9478-A632EFB44973}" type="presParOf" srcId="{CB7B46FB-34CB-4F9F-A6DD-0A79B7A38987}" destId="{186033DD-0F93-4792-BC51-8D5267F58E23}" srcOrd="0" destOrd="0" presId="urn:microsoft.com/office/officeart/2005/8/layout/hierarchy5"/>
    <dgm:cxn modelId="{921CCA29-7C0D-4510-9DA5-465ACCFDC8F1}" type="presParOf" srcId="{186033DD-0F93-4792-BC51-8D5267F58E23}" destId="{AD12724C-6882-4BC2-A437-7E45C87F15C6}" srcOrd="0" destOrd="0" presId="urn:microsoft.com/office/officeart/2005/8/layout/hierarchy5"/>
    <dgm:cxn modelId="{42DE1472-7ED2-45A8-8B4C-4A0F2FBC8BE6}" type="presParOf" srcId="{CB7B46FB-34CB-4F9F-A6DD-0A79B7A38987}" destId="{E5438B67-FDC1-447F-A0EA-BFB068711A34}" srcOrd="1" destOrd="0" presId="urn:microsoft.com/office/officeart/2005/8/layout/hierarchy5"/>
    <dgm:cxn modelId="{9518DE57-657F-40AA-AD71-D4B1513BDB6A}" type="presParOf" srcId="{E5438B67-FDC1-447F-A0EA-BFB068711A34}" destId="{E219BD7F-0C16-4BFF-87F9-050BA0548693}" srcOrd="0" destOrd="0" presId="urn:microsoft.com/office/officeart/2005/8/layout/hierarchy5"/>
    <dgm:cxn modelId="{DCEA8FB5-9CE2-4BFE-A811-D62794A38F27}" type="presParOf" srcId="{E5438B67-FDC1-447F-A0EA-BFB068711A34}" destId="{B9B94664-9D2A-4472-A8D7-4DFDA823BB7C}" srcOrd="1" destOrd="0" presId="urn:microsoft.com/office/officeart/2005/8/layout/hierarchy5"/>
    <dgm:cxn modelId="{6D957B5A-BFD6-46AF-B7D0-3B655494616B}" type="presParOf" srcId="{B9B94664-9D2A-4472-A8D7-4DFDA823BB7C}" destId="{04DE3D14-F217-49DB-8D36-CA766ABEF45F}" srcOrd="0" destOrd="0" presId="urn:microsoft.com/office/officeart/2005/8/layout/hierarchy5"/>
    <dgm:cxn modelId="{68593EC8-F986-46E5-B88B-38FCC00B117F}" type="presParOf" srcId="{04DE3D14-F217-49DB-8D36-CA766ABEF45F}" destId="{DBD6576B-8177-49A9-BDEC-092253D73912}" srcOrd="0" destOrd="0" presId="urn:microsoft.com/office/officeart/2005/8/layout/hierarchy5"/>
    <dgm:cxn modelId="{DEF21EFF-330C-4ADA-9A36-54C8734BC0F1}" type="presParOf" srcId="{B9B94664-9D2A-4472-A8D7-4DFDA823BB7C}" destId="{97577DE2-3ECD-411E-9A45-A225945B3E58}" srcOrd="1" destOrd="0" presId="urn:microsoft.com/office/officeart/2005/8/layout/hierarchy5"/>
    <dgm:cxn modelId="{EEB02561-51A6-4F40-AFBB-A7C24334B9F8}" type="presParOf" srcId="{97577DE2-3ECD-411E-9A45-A225945B3E58}" destId="{8A454959-1FB7-4CDB-82DF-1B96AEE7746D}" srcOrd="0" destOrd="0" presId="urn:microsoft.com/office/officeart/2005/8/layout/hierarchy5"/>
    <dgm:cxn modelId="{B845B3B8-8810-4969-94AC-AA94DD57D990}" type="presParOf" srcId="{97577DE2-3ECD-411E-9A45-A225945B3E58}" destId="{D42D7112-8EE5-4F05-957C-F6DB147D7748}" srcOrd="1" destOrd="0" presId="urn:microsoft.com/office/officeart/2005/8/layout/hierarchy5"/>
    <dgm:cxn modelId="{3BEDF5ED-1C59-4D8C-A84B-6053B39D862F}" type="presParOf" srcId="{D42D7112-8EE5-4F05-957C-F6DB147D7748}" destId="{077AA2D0-E6D7-4D58-8DD0-79072B1F4939}" srcOrd="0" destOrd="0" presId="urn:microsoft.com/office/officeart/2005/8/layout/hierarchy5"/>
    <dgm:cxn modelId="{38EE1548-FBD0-4E21-9A6A-86C89BD2F8B8}" type="presParOf" srcId="{077AA2D0-E6D7-4D58-8DD0-79072B1F4939}" destId="{1C76C44A-3F01-424C-BF2E-81BE3EE37B77}" srcOrd="0" destOrd="0" presId="urn:microsoft.com/office/officeart/2005/8/layout/hierarchy5"/>
    <dgm:cxn modelId="{B5C49E49-B4D3-47E0-A9EC-842BD24228A6}" type="presParOf" srcId="{D42D7112-8EE5-4F05-957C-F6DB147D7748}" destId="{DB1956C0-BE81-4998-BECB-4C2832BB5279}" srcOrd="1" destOrd="0" presId="urn:microsoft.com/office/officeart/2005/8/layout/hierarchy5"/>
    <dgm:cxn modelId="{A48B23B2-673A-4186-B926-92A962558F1B}" type="presParOf" srcId="{DB1956C0-BE81-4998-BECB-4C2832BB5279}" destId="{A69F079E-7FEF-46B4-AF86-263262E93C82}" srcOrd="0" destOrd="0" presId="urn:microsoft.com/office/officeart/2005/8/layout/hierarchy5"/>
    <dgm:cxn modelId="{2124ECDB-D7C2-4088-924E-4BAC26584546}" type="presParOf" srcId="{DB1956C0-BE81-4998-BECB-4C2832BB5279}" destId="{68C64C30-BA88-42E9-9204-B0B359A08227}" srcOrd="1" destOrd="0" presId="urn:microsoft.com/office/officeart/2005/8/layout/hierarchy5"/>
    <dgm:cxn modelId="{7A087060-17F7-48B9-A336-11899316023B}" type="presParOf" srcId="{68C64C30-BA88-42E9-9204-B0B359A08227}" destId="{40CFFE4C-827E-4698-B7E2-D6B9D458299E}" srcOrd="0" destOrd="0" presId="urn:microsoft.com/office/officeart/2005/8/layout/hierarchy5"/>
    <dgm:cxn modelId="{E7D7B9F1-4C02-4D6E-B491-33624B6C672C}" type="presParOf" srcId="{40CFFE4C-827E-4698-B7E2-D6B9D458299E}" destId="{BCA74F3E-CD4B-40E1-A6FE-2D7C3776E18D}" srcOrd="0" destOrd="0" presId="urn:microsoft.com/office/officeart/2005/8/layout/hierarchy5"/>
    <dgm:cxn modelId="{9B2CC9B5-915F-4D5D-A4E9-0DDA07F647C0}" type="presParOf" srcId="{68C64C30-BA88-42E9-9204-B0B359A08227}" destId="{DF7E4519-6873-4E86-99D9-AF23997D5229}" srcOrd="1" destOrd="0" presId="urn:microsoft.com/office/officeart/2005/8/layout/hierarchy5"/>
    <dgm:cxn modelId="{E4E735EC-789A-4D32-A6BC-C510B93120BC}" type="presParOf" srcId="{DF7E4519-6873-4E86-99D9-AF23997D5229}" destId="{ED124D6D-8723-4DDF-B48D-6FE04289109D}" srcOrd="0" destOrd="0" presId="urn:microsoft.com/office/officeart/2005/8/layout/hierarchy5"/>
    <dgm:cxn modelId="{ABAF9049-A12C-41EC-AA97-80F6CE890A6C}" type="presParOf" srcId="{DF7E4519-6873-4E86-99D9-AF23997D5229}" destId="{58433F1F-CC37-4A05-B5FF-8BE9B27317DA}" srcOrd="1" destOrd="0" presId="urn:microsoft.com/office/officeart/2005/8/layout/hierarchy5"/>
    <dgm:cxn modelId="{CAB66D30-2F88-4684-8013-85A366BD41CE}" type="presParOf" srcId="{58433F1F-CC37-4A05-B5FF-8BE9B27317DA}" destId="{5F4FA357-0837-441D-8487-FE084E892E03}" srcOrd="0" destOrd="0" presId="urn:microsoft.com/office/officeart/2005/8/layout/hierarchy5"/>
    <dgm:cxn modelId="{E3F5FCCC-0127-43E5-B8B7-897D5015854F}" type="presParOf" srcId="{5F4FA357-0837-441D-8487-FE084E892E03}" destId="{3DECD681-86A5-47B7-B74B-6DF98A90B6C1}" srcOrd="0" destOrd="0" presId="urn:microsoft.com/office/officeart/2005/8/layout/hierarchy5"/>
    <dgm:cxn modelId="{52404FF9-5AB2-4823-94CE-F14DAEA00DD3}" type="presParOf" srcId="{58433F1F-CC37-4A05-B5FF-8BE9B27317DA}" destId="{14B784E7-5B88-487B-B2F2-6BC45A1CC98E}" srcOrd="1" destOrd="0" presId="urn:microsoft.com/office/officeart/2005/8/layout/hierarchy5"/>
    <dgm:cxn modelId="{A5DCB51C-9406-4796-9F98-4CD318C1E443}" type="presParOf" srcId="{14B784E7-5B88-487B-B2F2-6BC45A1CC98E}" destId="{870B49D4-0333-414C-B71B-9068073B89FA}" srcOrd="0" destOrd="0" presId="urn:microsoft.com/office/officeart/2005/8/layout/hierarchy5"/>
    <dgm:cxn modelId="{F9854848-BCC6-4956-8C91-730FDDB4AF38}" type="presParOf" srcId="{14B784E7-5B88-487B-B2F2-6BC45A1CC98E}" destId="{6240D6A3-C57D-45C6-A95E-64DA90F8B2CC}" srcOrd="1" destOrd="0" presId="urn:microsoft.com/office/officeart/2005/8/layout/hierarchy5"/>
    <dgm:cxn modelId="{46CC7E59-A85B-4200-B350-A113C2152BB5}" type="presParOf" srcId="{58433F1F-CC37-4A05-B5FF-8BE9B27317DA}" destId="{955375EE-324E-4116-9453-25F55D1F4194}" srcOrd="2" destOrd="0" presId="urn:microsoft.com/office/officeart/2005/8/layout/hierarchy5"/>
    <dgm:cxn modelId="{0DFF9955-F605-4177-86E2-2BF9F520B35F}" type="presParOf" srcId="{955375EE-324E-4116-9453-25F55D1F4194}" destId="{2F5C0647-B6BA-4CED-A4C8-9C0C70D0FD27}" srcOrd="0" destOrd="0" presId="urn:microsoft.com/office/officeart/2005/8/layout/hierarchy5"/>
    <dgm:cxn modelId="{F1A0E1C7-E54E-468D-A8E9-224827080948}" type="presParOf" srcId="{58433F1F-CC37-4A05-B5FF-8BE9B27317DA}" destId="{AFEE2EE3-8BCF-4019-ABDB-C68780CD083B}" srcOrd="3" destOrd="0" presId="urn:microsoft.com/office/officeart/2005/8/layout/hierarchy5"/>
    <dgm:cxn modelId="{522F5A7E-198F-43B0-9702-C3C8D964C0C7}" type="presParOf" srcId="{AFEE2EE3-8BCF-4019-ABDB-C68780CD083B}" destId="{FA40138B-0E0F-4629-8790-2D48D72C3651}" srcOrd="0" destOrd="0" presId="urn:microsoft.com/office/officeart/2005/8/layout/hierarchy5"/>
    <dgm:cxn modelId="{3011E192-B785-4D4A-AF34-CEAA702656A3}" type="presParOf" srcId="{AFEE2EE3-8BCF-4019-ABDB-C68780CD083B}" destId="{128AB710-A88F-42E3-922D-8311728038F2}" srcOrd="1" destOrd="0" presId="urn:microsoft.com/office/officeart/2005/8/layout/hierarchy5"/>
    <dgm:cxn modelId="{42200517-FB14-4F04-9216-77DA672DCCEB}" type="presParOf" srcId="{CB7B46FB-34CB-4F9F-A6DD-0A79B7A38987}" destId="{C6949A53-690A-447B-9D88-A1D5F3F1EBDB}" srcOrd="2" destOrd="0" presId="urn:microsoft.com/office/officeart/2005/8/layout/hierarchy5"/>
    <dgm:cxn modelId="{FB1EBB27-42B3-42AE-9382-DF55F6EC77F1}" type="presParOf" srcId="{C6949A53-690A-447B-9D88-A1D5F3F1EBDB}" destId="{3805404D-1875-4422-99B4-72C200F95711}" srcOrd="0" destOrd="0" presId="urn:microsoft.com/office/officeart/2005/8/layout/hierarchy5"/>
    <dgm:cxn modelId="{4F316E5A-E8B2-489B-9B6E-6419EFAF7BA9}" type="presParOf" srcId="{CB7B46FB-34CB-4F9F-A6DD-0A79B7A38987}" destId="{D7AEE3D1-17B8-44A1-9EDD-1EF6A5AA77C5}" srcOrd="3" destOrd="0" presId="urn:microsoft.com/office/officeart/2005/8/layout/hierarchy5"/>
    <dgm:cxn modelId="{812CD786-47EA-49A6-99CE-15C2016994CB}" type="presParOf" srcId="{D7AEE3D1-17B8-44A1-9EDD-1EF6A5AA77C5}" destId="{95D72A1A-0B5C-405B-9B23-993EFEFC531D}" srcOrd="0" destOrd="0" presId="urn:microsoft.com/office/officeart/2005/8/layout/hierarchy5"/>
    <dgm:cxn modelId="{C299A82A-016D-4A23-A8C5-AB6BB2A06570}" type="presParOf" srcId="{D7AEE3D1-17B8-44A1-9EDD-1EF6A5AA77C5}" destId="{176BD5E6-2DA3-4F11-8196-AA265A616804}" srcOrd="1" destOrd="0" presId="urn:microsoft.com/office/officeart/2005/8/layout/hierarchy5"/>
    <dgm:cxn modelId="{EF0BDFDE-D5C5-4829-8C08-16CCFA788CDE}" type="presParOf" srcId="{176BD5E6-2DA3-4F11-8196-AA265A616804}" destId="{139ACA93-D5D8-4E2B-B8B5-C97CE1EEB79A}" srcOrd="0" destOrd="0" presId="urn:microsoft.com/office/officeart/2005/8/layout/hierarchy5"/>
    <dgm:cxn modelId="{41E9F675-5E61-45A6-98F8-8FA1D9DA8D04}" type="presParOf" srcId="{139ACA93-D5D8-4E2B-B8B5-C97CE1EEB79A}" destId="{51CD9C39-209F-4161-8D3F-1D1FD1462955}" srcOrd="0" destOrd="0" presId="urn:microsoft.com/office/officeart/2005/8/layout/hierarchy5"/>
    <dgm:cxn modelId="{B3734BB4-1CD4-49F5-946F-970BEEE560A1}" type="presParOf" srcId="{176BD5E6-2DA3-4F11-8196-AA265A616804}" destId="{99AE1499-01A4-4E15-B971-F8B6CFAE5866}" srcOrd="1" destOrd="0" presId="urn:microsoft.com/office/officeart/2005/8/layout/hierarchy5"/>
    <dgm:cxn modelId="{DE554725-80D1-439D-A582-D2DEDC6ACF36}" type="presParOf" srcId="{99AE1499-01A4-4E15-B971-F8B6CFAE5866}" destId="{22FF0B2B-CB39-4F28-A51A-582DA3538D70}" srcOrd="0" destOrd="0" presId="urn:microsoft.com/office/officeart/2005/8/layout/hierarchy5"/>
    <dgm:cxn modelId="{E2E5AF35-B374-4EC3-8E15-F495B7CF3AAD}" type="presParOf" srcId="{99AE1499-01A4-4E15-B971-F8B6CFAE5866}" destId="{A54AB863-FB39-4F34-8B48-AC6B89D9E804}" srcOrd="1" destOrd="0" presId="urn:microsoft.com/office/officeart/2005/8/layout/hierarchy5"/>
    <dgm:cxn modelId="{D3E78EE4-8ADC-4C6D-88F2-506DD89D2E91}" type="presParOf" srcId="{A54AB863-FB39-4F34-8B48-AC6B89D9E804}" destId="{95546BE3-B6FA-4948-89D9-F3CC4E018681}" srcOrd="0" destOrd="0" presId="urn:microsoft.com/office/officeart/2005/8/layout/hierarchy5"/>
    <dgm:cxn modelId="{46D2BC94-4CBC-42A0-8C0A-BF288424F311}" type="presParOf" srcId="{95546BE3-B6FA-4948-89D9-F3CC4E018681}" destId="{8721FD2B-61A6-486E-BE3E-6E8DB95C28D2}" srcOrd="0" destOrd="0" presId="urn:microsoft.com/office/officeart/2005/8/layout/hierarchy5"/>
    <dgm:cxn modelId="{57BEE3E2-6611-4C98-875F-D87CE7752623}" type="presParOf" srcId="{A54AB863-FB39-4F34-8B48-AC6B89D9E804}" destId="{E2833F6E-EC8E-4AA0-950D-CC8402BCD909}" srcOrd="1" destOrd="0" presId="urn:microsoft.com/office/officeart/2005/8/layout/hierarchy5"/>
    <dgm:cxn modelId="{C86A1881-E990-4B22-B9D3-A304C64B1771}" type="presParOf" srcId="{E2833F6E-EC8E-4AA0-950D-CC8402BCD909}" destId="{EB144DA5-BBC2-4CC4-A76F-FE2BE63B52FF}" srcOrd="0" destOrd="0" presId="urn:microsoft.com/office/officeart/2005/8/layout/hierarchy5"/>
    <dgm:cxn modelId="{6EFF861A-9508-4D07-A186-B053E954E26A}" type="presParOf" srcId="{E2833F6E-EC8E-4AA0-950D-CC8402BCD909}" destId="{136D4B75-7468-4157-AC41-1BD6194C1690}" srcOrd="1" destOrd="0" presId="urn:microsoft.com/office/officeart/2005/8/layout/hierarchy5"/>
    <dgm:cxn modelId="{22B80782-5F82-4A02-80E0-73AAC4B524AE}" type="presParOf" srcId="{136D4B75-7468-4157-AC41-1BD6194C1690}" destId="{0830E25B-35EB-41F4-B095-B31D2D3E7BA5}" srcOrd="0" destOrd="0" presId="urn:microsoft.com/office/officeart/2005/8/layout/hierarchy5"/>
    <dgm:cxn modelId="{0EFA0382-12DD-4FA0-B7F4-C894A3728B05}" type="presParOf" srcId="{0830E25B-35EB-41F4-B095-B31D2D3E7BA5}" destId="{73867358-EC02-4896-B7FC-95BE70F85DC2}" srcOrd="0" destOrd="0" presId="urn:microsoft.com/office/officeart/2005/8/layout/hierarchy5"/>
    <dgm:cxn modelId="{837BC8FA-8523-4A9F-B610-B2111702B940}" type="presParOf" srcId="{136D4B75-7468-4157-AC41-1BD6194C1690}" destId="{9F5C1AE4-5309-4751-ACCA-62D5EBC289F3}" srcOrd="1" destOrd="0" presId="urn:microsoft.com/office/officeart/2005/8/layout/hierarchy5"/>
    <dgm:cxn modelId="{8EB41101-02E1-407B-89A9-8AC44263E225}" type="presParOf" srcId="{9F5C1AE4-5309-4751-ACCA-62D5EBC289F3}" destId="{71EEE4AE-48F8-41D5-9E14-BBDCA6D8F625}" srcOrd="0" destOrd="0" presId="urn:microsoft.com/office/officeart/2005/8/layout/hierarchy5"/>
    <dgm:cxn modelId="{9C14C75E-8C05-437D-AE2C-BD10559C2932}" type="presParOf" srcId="{9F5C1AE4-5309-4751-ACCA-62D5EBC289F3}" destId="{1D3557C6-1B73-4053-887F-35CC6AF84D68}" srcOrd="1" destOrd="0" presId="urn:microsoft.com/office/officeart/2005/8/layout/hierarchy5"/>
    <dgm:cxn modelId="{1539A4FB-7FD5-42C6-9280-19CA4A328DDC}" type="presParOf" srcId="{1D3557C6-1B73-4053-887F-35CC6AF84D68}" destId="{940E0B1A-BE23-4420-8F98-AE4AEEDDEA74}" srcOrd="0" destOrd="0" presId="urn:microsoft.com/office/officeart/2005/8/layout/hierarchy5"/>
    <dgm:cxn modelId="{9DF681A6-6873-4E62-A733-975EC636F66A}" type="presParOf" srcId="{940E0B1A-BE23-4420-8F98-AE4AEEDDEA74}" destId="{7F96EFD5-DE91-49FE-8BB8-C00FCBD63D98}" srcOrd="0" destOrd="0" presId="urn:microsoft.com/office/officeart/2005/8/layout/hierarchy5"/>
    <dgm:cxn modelId="{F1CA77D4-90A2-4FA8-9C19-EF283269986F}" type="presParOf" srcId="{1D3557C6-1B73-4053-887F-35CC6AF84D68}" destId="{3FE1059F-3F92-4889-BB56-B795DBBF32AA}" srcOrd="1" destOrd="0" presId="urn:microsoft.com/office/officeart/2005/8/layout/hierarchy5"/>
    <dgm:cxn modelId="{F5B4E4C9-F2FC-4AE5-A5CC-DBE1AA764FB2}" type="presParOf" srcId="{3FE1059F-3F92-4889-BB56-B795DBBF32AA}" destId="{9D2B8831-AD12-4EFC-864C-433BEA375658}" srcOrd="0" destOrd="0" presId="urn:microsoft.com/office/officeart/2005/8/layout/hierarchy5"/>
    <dgm:cxn modelId="{783D7044-096F-4455-A45F-61172D2651E8}" type="presParOf" srcId="{3FE1059F-3F92-4889-BB56-B795DBBF32AA}" destId="{26A0B747-D6C0-4B59-85C1-B3ED681DAC73}" srcOrd="1" destOrd="0" presId="urn:microsoft.com/office/officeart/2005/8/layout/hierarchy5"/>
    <dgm:cxn modelId="{A80B5122-AA97-4DF2-A004-32F77D96AADF}" type="presParOf" srcId="{1D3557C6-1B73-4053-887F-35CC6AF84D68}" destId="{C5D5C4F3-02AA-42EC-91B7-1E3239ECD41D}" srcOrd="2" destOrd="0" presId="urn:microsoft.com/office/officeart/2005/8/layout/hierarchy5"/>
    <dgm:cxn modelId="{0A0F6891-8246-4527-A5BD-972FAE7D2A1D}" type="presParOf" srcId="{C5D5C4F3-02AA-42EC-91B7-1E3239ECD41D}" destId="{0D09BA50-7D8A-4089-A8FC-DD71D5C711C0}" srcOrd="0" destOrd="0" presId="urn:microsoft.com/office/officeart/2005/8/layout/hierarchy5"/>
    <dgm:cxn modelId="{CB512D0C-F495-47FC-8442-72F64EEE8831}" type="presParOf" srcId="{1D3557C6-1B73-4053-887F-35CC6AF84D68}" destId="{7C1464A5-D5BC-4367-B7CD-65387D472CDF}" srcOrd="3" destOrd="0" presId="urn:microsoft.com/office/officeart/2005/8/layout/hierarchy5"/>
    <dgm:cxn modelId="{4DEE626F-331A-4EE0-9C83-DE2155515C35}" type="presParOf" srcId="{7C1464A5-D5BC-4367-B7CD-65387D472CDF}" destId="{16EFA6B0-80D2-4876-ABB3-E0D684D4BF3E}" srcOrd="0" destOrd="0" presId="urn:microsoft.com/office/officeart/2005/8/layout/hierarchy5"/>
    <dgm:cxn modelId="{5EF50426-1031-481F-A2BD-1A3A7EB06AFD}" type="presParOf" srcId="{7C1464A5-D5BC-4367-B7CD-65387D472CDF}" destId="{2907F999-1D8C-4A2B-B9C2-EC533648C3E7}" srcOrd="1" destOrd="0" presId="urn:microsoft.com/office/officeart/2005/8/layout/hierarchy5"/>
    <dgm:cxn modelId="{333801CE-BAF5-4299-BE2A-94ACB7696F44}" type="presParOf" srcId="{A54AB863-FB39-4F34-8B48-AC6B89D9E804}" destId="{91868885-8F84-4303-B296-F33CB6D3DD33}" srcOrd="2" destOrd="0" presId="urn:microsoft.com/office/officeart/2005/8/layout/hierarchy5"/>
    <dgm:cxn modelId="{580BB992-5485-4DE0-9919-C46A4F682F36}" type="presParOf" srcId="{91868885-8F84-4303-B296-F33CB6D3DD33}" destId="{5AC3A643-6441-4AF1-A544-E5745C7E1FCF}" srcOrd="0" destOrd="0" presId="urn:microsoft.com/office/officeart/2005/8/layout/hierarchy5"/>
    <dgm:cxn modelId="{35C77B4D-04DD-42FE-BF23-90DDC2B4CDF9}" type="presParOf" srcId="{A54AB863-FB39-4F34-8B48-AC6B89D9E804}" destId="{DDF11D22-1606-45E1-9A2D-4A7B781F27B9}" srcOrd="3" destOrd="0" presId="urn:microsoft.com/office/officeart/2005/8/layout/hierarchy5"/>
    <dgm:cxn modelId="{9CE6C45E-FF0D-48FB-9759-447A71C3E1E3}" type="presParOf" srcId="{DDF11D22-1606-45E1-9A2D-4A7B781F27B9}" destId="{2B0908CA-A90B-440E-B0D9-86985EF98AA0}" srcOrd="0" destOrd="0" presId="urn:microsoft.com/office/officeart/2005/8/layout/hierarchy5"/>
    <dgm:cxn modelId="{A3108EEA-FF50-4F0C-8F62-4C1BEBD65C7E}" type="presParOf" srcId="{DDF11D22-1606-45E1-9A2D-4A7B781F27B9}" destId="{2F31277C-8EC9-4167-B4FF-0E4BE0ED0261}" srcOrd="1" destOrd="0" presId="urn:microsoft.com/office/officeart/2005/8/layout/hierarchy5"/>
    <dgm:cxn modelId="{97CA9242-DBDB-4FB3-8429-D8C606524BF1}" type="presParOf" srcId="{2F31277C-8EC9-4167-B4FF-0E4BE0ED0261}" destId="{6B227261-C795-4C56-9D66-519D15047C61}" srcOrd="0" destOrd="0" presId="urn:microsoft.com/office/officeart/2005/8/layout/hierarchy5"/>
    <dgm:cxn modelId="{57FE372B-4BE0-4C05-940E-A5878D4C8AAD}" type="presParOf" srcId="{6B227261-C795-4C56-9D66-519D15047C61}" destId="{57B670F3-9D10-4056-8C7D-A1727E3DCD1E}" srcOrd="0" destOrd="0" presId="urn:microsoft.com/office/officeart/2005/8/layout/hierarchy5"/>
    <dgm:cxn modelId="{FA139D77-8A26-4650-A581-CB8A49F413A7}" type="presParOf" srcId="{2F31277C-8EC9-4167-B4FF-0E4BE0ED0261}" destId="{939CD7DB-2C6F-4D8C-9767-F8208D1A86B3}" srcOrd="1" destOrd="0" presId="urn:microsoft.com/office/officeart/2005/8/layout/hierarchy5"/>
    <dgm:cxn modelId="{F18545EC-60F6-4697-A1F6-6B52C18B2E2E}" type="presParOf" srcId="{939CD7DB-2C6F-4D8C-9767-F8208D1A86B3}" destId="{F079AD87-B864-4779-B7DA-6E90CF9BE936}" srcOrd="0" destOrd="0" presId="urn:microsoft.com/office/officeart/2005/8/layout/hierarchy5"/>
    <dgm:cxn modelId="{BE083D22-1005-4104-A1A8-8C6A7C3C3DEE}" type="presParOf" srcId="{939CD7DB-2C6F-4D8C-9767-F8208D1A86B3}" destId="{D03EB98E-1995-47C5-8128-69F8ACFB4B63}" srcOrd="1" destOrd="0" presId="urn:microsoft.com/office/officeart/2005/8/layout/hierarchy5"/>
    <dgm:cxn modelId="{AD37F82E-487E-4BB5-9BF8-FA5991A0912B}" type="presParOf" srcId="{D03EB98E-1995-47C5-8128-69F8ACFB4B63}" destId="{232ECA84-C79F-4F5D-9273-84557BD4392D}" srcOrd="0" destOrd="0" presId="urn:microsoft.com/office/officeart/2005/8/layout/hierarchy5"/>
    <dgm:cxn modelId="{101E3AED-B0D3-414A-83E5-CADA0D8B31E9}" type="presParOf" srcId="{232ECA84-C79F-4F5D-9273-84557BD4392D}" destId="{35487B28-D70D-42DA-9A7F-32D39519F58B}" srcOrd="0" destOrd="0" presId="urn:microsoft.com/office/officeart/2005/8/layout/hierarchy5"/>
    <dgm:cxn modelId="{B30782C0-AC80-4C87-B4A2-1104EED737A0}" type="presParOf" srcId="{D03EB98E-1995-47C5-8128-69F8ACFB4B63}" destId="{6B1B4399-B95C-4282-A87C-BF03FF939136}" srcOrd="1" destOrd="0" presId="urn:microsoft.com/office/officeart/2005/8/layout/hierarchy5"/>
    <dgm:cxn modelId="{B1571A39-71CC-4786-ACE7-0FDDEBDD9903}" type="presParOf" srcId="{6B1B4399-B95C-4282-A87C-BF03FF939136}" destId="{898C66BC-B719-46CA-BE6F-9FBD24EB20AD}" srcOrd="0" destOrd="0" presId="urn:microsoft.com/office/officeart/2005/8/layout/hierarchy5"/>
    <dgm:cxn modelId="{03D72485-0D9C-4E3E-A617-5441AF318158}" type="presParOf" srcId="{6B1B4399-B95C-4282-A87C-BF03FF939136}" destId="{27704CA9-9A0D-4CD5-A604-C35D5D58337E}" srcOrd="1" destOrd="0" presId="urn:microsoft.com/office/officeart/2005/8/layout/hierarchy5"/>
    <dgm:cxn modelId="{FBB1B5F2-8135-408D-81A7-47A2A102C5F1}" type="presParOf" srcId="{D03EB98E-1995-47C5-8128-69F8ACFB4B63}" destId="{785D398E-9522-4A97-8374-980CD57FFE0D}" srcOrd="2" destOrd="0" presId="urn:microsoft.com/office/officeart/2005/8/layout/hierarchy5"/>
    <dgm:cxn modelId="{2E23395E-1B6C-4E81-9C60-DD52CB547760}" type="presParOf" srcId="{785D398E-9522-4A97-8374-980CD57FFE0D}" destId="{15E91B4D-4733-4464-8A02-F42C40F81A72}" srcOrd="0" destOrd="0" presId="urn:microsoft.com/office/officeart/2005/8/layout/hierarchy5"/>
    <dgm:cxn modelId="{738EC7E9-A7BE-4D7C-9F5C-9BE1D038503E}" type="presParOf" srcId="{D03EB98E-1995-47C5-8128-69F8ACFB4B63}" destId="{3DB23662-C8CC-4299-8AE9-C900AE4E8DC7}" srcOrd="3" destOrd="0" presId="urn:microsoft.com/office/officeart/2005/8/layout/hierarchy5"/>
    <dgm:cxn modelId="{95D1A907-6C16-406B-B825-371ADF0A2F9A}" type="presParOf" srcId="{3DB23662-C8CC-4299-8AE9-C900AE4E8DC7}" destId="{D6E96425-1401-44D1-B1FE-FAC0439C65A6}" srcOrd="0" destOrd="0" presId="urn:microsoft.com/office/officeart/2005/8/layout/hierarchy5"/>
    <dgm:cxn modelId="{5B23EB4C-C5FF-45E6-BE31-8F6D614AE1AB}" type="presParOf" srcId="{3DB23662-C8CC-4299-8AE9-C900AE4E8DC7}" destId="{4C76BD63-4D57-489F-A886-0C6AD30BF2B0}" srcOrd="1" destOrd="0" presId="urn:microsoft.com/office/officeart/2005/8/layout/hierarchy5"/>
    <dgm:cxn modelId="{8EBC83D8-C848-4FE3-99C7-F7A1376D1699}" type="presParOf" srcId="{CB7B46FB-34CB-4F9F-A6DD-0A79B7A38987}" destId="{B2F14ADE-F91E-4B8F-AEB9-26EA16B11549}" srcOrd="4" destOrd="0" presId="urn:microsoft.com/office/officeart/2005/8/layout/hierarchy5"/>
    <dgm:cxn modelId="{35217383-A1FA-479E-BEF7-E94F0793E308}" type="presParOf" srcId="{B2F14ADE-F91E-4B8F-AEB9-26EA16B11549}" destId="{F54F0261-49FD-41F1-A530-8638205C27B5}" srcOrd="0" destOrd="0" presId="urn:microsoft.com/office/officeart/2005/8/layout/hierarchy5"/>
    <dgm:cxn modelId="{F944DDB2-B688-4AAB-A80F-DB2837428CA1}" type="presParOf" srcId="{CB7B46FB-34CB-4F9F-A6DD-0A79B7A38987}" destId="{245E3455-4767-42CB-886F-C6DCF209901C}" srcOrd="5" destOrd="0" presId="urn:microsoft.com/office/officeart/2005/8/layout/hierarchy5"/>
    <dgm:cxn modelId="{041D77B2-2F78-4207-B1FC-A1438570C404}" type="presParOf" srcId="{245E3455-4767-42CB-886F-C6DCF209901C}" destId="{52EF24EF-4B99-4555-A4B9-4145B8C5D462}" srcOrd="0" destOrd="0" presId="urn:microsoft.com/office/officeart/2005/8/layout/hierarchy5"/>
    <dgm:cxn modelId="{17006156-8A82-46A8-BE3B-A3455D549302}" type="presParOf" srcId="{245E3455-4767-42CB-886F-C6DCF209901C}" destId="{05582EF8-7BDA-4394-B553-85FA982AA33A}" srcOrd="1" destOrd="0" presId="urn:microsoft.com/office/officeart/2005/8/layout/hierarchy5"/>
    <dgm:cxn modelId="{80BB361B-BFD6-4247-90DC-EB07E5011F7C}" type="presParOf" srcId="{05582EF8-7BDA-4394-B553-85FA982AA33A}" destId="{729509D3-E5AD-4C5F-911F-AB67A4F93F05}" srcOrd="0" destOrd="0" presId="urn:microsoft.com/office/officeart/2005/8/layout/hierarchy5"/>
    <dgm:cxn modelId="{95AF3B64-8DD2-4848-A951-4426769CC917}" type="presParOf" srcId="{729509D3-E5AD-4C5F-911F-AB67A4F93F05}" destId="{BFF2EA8A-2200-4881-8AF2-2CBECE0109B0}" srcOrd="0" destOrd="0" presId="urn:microsoft.com/office/officeart/2005/8/layout/hierarchy5"/>
    <dgm:cxn modelId="{1027C824-6222-4669-831C-1C6BFB074B0B}" type="presParOf" srcId="{05582EF8-7BDA-4394-B553-85FA982AA33A}" destId="{BF6751CB-2AAD-47FB-ADA4-D00F6A9A3EFE}" srcOrd="1" destOrd="0" presId="urn:microsoft.com/office/officeart/2005/8/layout/hierarchy5"/>
    <dgm:cxn modelId="{A4C6180F-E65F-49A5-BB5B-37AF43DA123E}" type="presParOf" srcId="{BF6751CB-2AAD-47FB-ADA4-D00F6A9A3EFE}" destId="{7A4CC124-8AEF-4802-A377-A82B0D4F6C37}" srcOrd="0" destOrd="0" presId="urn:microsoft.com/office/officeart/2005/8/layout/hierarchy5"/>
    <dgm:cxn modelId="{4BBA72A4-AC60-4A80-932C-6FA2DD180F54}" type="presParOf" srcId="{BF6751CB-2AAD-47FB-ADA4-D00F6A9A3EFE}" destId="{49654620-D68A-4D05-9460-28BAE10E4DE0}" srcOrd="1" destOrd="0" presId="urn:microsoft.com/office/officeart/2005/8/layout/hierarchy5"/>
    <dgm:cxn modelId="{48943FBB-A10E-4C2D-89F5-F0A304D82581}" type="presParOf" srcId="{49654620-D68A-4D05-9460-28BAE10E4DE0}" destId="{30C7A3D8-2DFE-4E0F-828C-F94A74E2B6CF}" srcOrd="0" destOrd="0" presId="urn:microsoft.com/office/officeart/2005/8/layout/hierarchy5"/>
    <dgm:cxn modelId="{583D83CF-CA8D-4CDE-8C82-968A44CC42B3}" type="presParOf" srcId="{30C7A3D8-2DFE-4E0F-828C-F94A74E2B6CF}" destId="{75780E4F-F9AC-43A0-A778-52A9EB104204}" srcOrd="0" destOrd="0" presId="urn:microsoft.com/office/officeart/2005/8/layout/hierarchy5"/>
    <dgm:cxn modelId="{EBC6B96F-4CDC-411E-8CF5-67DBAB166EF6}" type="presParOf" srcId="{49654620-D68A-4D05-9460-28BAE10E4DE0}" destId="{593B1AF8-2268-4028-A078-2386231822DC}" srcOrd="1" destOrd="0" presId="urn:microsoft.com/office/officeart/2005/8/layout/hierarchy5"/>
    <dgm:cxn modelId="{DD295B85-0EB0-4F40-A1D4-899C3DA18A1D}" type="presParOf" srcId="{593B1AF8-2268-4028-A078-2386231822DC}" destId="{73DC25E0-C597-4FB0-8F17-3A69937170A0}" srcOrd="0" destOrd="0" presId="urn:microsoft.com/office/officeart/2005/8/layout/hierarchy5"/>
    <dgm:cxn modelId="{8D6FA638-1568-4D29-93ED-062F8AECC392}" type="presParOf" srcId="{593B1AF8-2268-4028-A078-2386231822DC}" destId="{445A748B-F1CE-4442-ABAC-5AFDF0016E86}" srcOrd="1" destOrd="0" presId="urn:microsoft.com/office/officeart/2005/8/layout/hierarchy5"/>
    <dgm:cxn modelId="{5566F975-487A-4AAC-BE9A-C586DE1E9403}" type="presParOf" srcId="{445A748B-F1CE-4442-ABAC-5AFDF0016E86}" destId="{83C221DA-BA68-4803-9C39-AC2E54525BBC}" srcOrd="0" destOrd="0" presId="urn:microsoft.com/office/officeart/2005/8/layout/hierarchy5"/>
    <dgm:cxn modelId="{2F65E8A6-8A35-4F12-96F5-405A720DFF09}" type="presParOf" srcId="{83C221DA-BA68-4803-9C39-AC2E54525BBC}" destId="{4F789F43-9C6E-4E0A-A104-088CC20BC5EC}" srcOrd="0" destOrd="0" presId="urn:microsoft.com/office/officeart/2005/8/layout/hierarchy5"/>
    <dgm:cxn modelId="{473918FE-2F0C-402A-A6EC-9DA008B58F85}" type="presParOf" srcId="{445A748B-F1CE-4442-ABAC-5AFDF0016E86}" destId="{EB1657AA-E865-4265-B78E-5578307C734F}" srcOrd="1" destOrd="0" presId="urn:microsoft.com/office/officeart/2005/8/layout/hierarchy5"/>
    <dgm:cxn modelId="{26802E26-6AA0-4713-AA8D-0A49284D391E}" type="presParOf" srcId="{EB1657AA-E865-4265-B78E-5578307C734F}" destId="{9E24AEB7-5E26-4EAA-BD99-417EBF5E042E}" srcOrd="0" destOrd="0" presId="urn:microsoft.com/office/officeart/2005/8/layout/hierarchy5"/>
    <dgm:cxn modelId="{404C675F-ADF6-4763-BFC8-02F6FB084C56}" type="presParOf" srcId="{EB1657AA-E865-4265-B78E-5578307C734F}" destId="{2BEEE9E5-FDB6-437A-830A-4C6659B8FD2C}" srcOrd="1" destOrd="0" presId="urn:microsoft.com/office/officeart/2005/8/layout/hierarchy5"/>
    <dgm:cxn modelId="{BD840F84-B17F-46B3-82DC-CB2161D4DB49}" type="presParOf" srcId="{2BEEE9E5-FDB6-437A-830A-4C6659B8FD2C}" destId="{ACEA7372-108A-475C-9408-AC02103AA9D0}" srcOrd="0" destOrd="0" presId="urn:microsoft.com/office/officeart/2005/8/layout/hierarchy5"/>
    <dgm:cxn modelId="{CD764A4C-7A2C-47FE-BB29-AC9A63C5FE3D}" type="presParOf" srcId="{ACEA7372-108A-475C-9408-AC02103AA9D0}" destId="{0CA01CF8-816E-4BF7-BFE5-1151D468F0B7}" srcOrd="0" destOrd="0" presId="urn:microsoft.com/office/officeart/2005/8/layout/hierarchy5"/>
    <dgm:cxn modelId="{0A7446FE-5283-42B7-BFD9-66C0D2E1F664}" type="presParOf" srcId="{2BEEE9E5-FDB6-437A-830A-4C6659B8FD2C}" destId="{A7F057CD-5E63-47AB-A14B-139D5D8B9998}" srcOrd="1" destOrd="0" presId="urn:microsoft.com/office/officeart/2005/8/layout/hierarchy5"/>
    <dgm:cxn modelId="{EE3203C1-B5DD-4411-AACE-28ECD6973995}" type="presParOf" srcId="{A7F057CD-5E63-47AB-A14B-139D5D8B9998}" destId="{3F1D8F11-B986-437D-9A27-EBDB85ABED0D}" srcOrd="0" destOrd="0" presId="urn:microsoft.com/office/officeart/2005/8/layout/hierarchy5"/>
    <dgm:cxn modelId="{E437DFAE-F819-4FB2-A898-C3A66EAC4333}" type="presParOf" srcId="{A7F057CD-5E63-47AB-A14B-139D5D8B9998}" destId="{75C10A4E-26DC-4A47-96E8-2D78F8BA781B}" srcOrd="1" destOrd="0" presId="urn:microsoft.com/office/officeart/2005/8/layout/hierarchy5"/>
    <dgm:cxn modelId="{19082FD7-609F-4651-9054-277C0ECC1C51}" type="presParOf" srcId="{2BEEE9E5-FDB6-437A-830A-4C6659B8FD2C}" destId="{9B0EE137-B427-4416-92A6-F9570CCA8BC0}" srcOrd="2" destOrd="0" presId="urn:microsoft.com/office/officeart/2005/8/layout/hierarchy5"/>
    <dgm:cxn modelId="{70804404-FB35-466F-8AC2-80B9C4B11F5B}" type="presParOf" srcId="{9B0EE137-B427-4416-92A6-F9570CCA8BC0}" destId="{9DAE9D90-7B0B-41B1-89E9-F82BBDAE9DDE}" srcOrd="0" destOrd="0" presId="urn:microsoft.com/office/officeart/2005/8/layout/hierarchy5"/>
    <dgm:cxn modelId="{202D8881-364E-43A6-B221-A252CF032D8B}" type="presParOf" srcId="{2BEEE9E5-FDB6-437A-830A-4C6659B8FD2C}" destId="{33A710C9-553E-4384-BE9C-ACCC82E8A84B}" srcOrd="3" destOrd="0" presId="urn:microsoft.com/office/officeart/2005/8/layout/hierarchy5"/>
    <dgm:cxn modelId="{B2FAA483-3FB8-40EF-8574-BE04289AED7C}" type="presParOf" srcId="{33A710C9-553E-4384-BE9C-ACCC82E8A84B}" destId="{648FD4F4-1ABC-4B4B-A855-2C6A5513548A}" srcOrd="0" destOrd="0" presId="urn:microsoft.com/office/officeart/2005/8/layout/hierarchy5"/>
    <dgm:cxn modelId="{C4D3A435-A7A4-4E67-B598-9B151347961F}" type="presParOf" srcId="{33A710C9-553E-4384-BE9C-ACCC82E8A84B}" destId="{27309118-EEFA-4034-BF53-39702590924B}" srcOrd="1" destOrd="0" presId="urn:microsoft.com/office/officeart/2005/8/layout/hierarchy5"/>
    <dgm:cxn modelId="{5F5BEBB1-761F-4686-A2EF-FDF462BA391C}" type="presParOf" srcId="{CB7B46FB-34CB-4F9F-A6DD-0A79B7A38987}" destId="{837543AA-3CDD-4395-8E7D-C8BD5057498C}" srcOrd="6" destOrd="0" presId="urn:microsoft.com/office/officeart/2005/8/layout/hierarchy5"/>
    <dgm:cxn modelId="{60CE1091-7BAD-45C6-95CD-8F278BABBA59}" type="presParOf" srcId="{837543AA-3CDD-4395-8E7D-C8BD5057498C}" destId="{E3C29253-94F0-4071-986A-EA59F9EE803A}" srcOrd="0" destOrd="0" presId="urn:microsoft.com/office/officeart/2005/8/layout/hierarchy5"/>
    <dgm:cxn modelId="{0038D2EF-3C67-46E4-9598-750103F5B4F8}" type="presParOf" srcId="{CB7B46FB-34CB-4F9F-A6DD-0A79B7A38987}" destId="{9A97CBFB-8C7F-4E15-98B1-AF5D9B5F299F}" srcOrd="7" destOrd="0" presId="urn:microsoft.com/office/officeart/2005/8/layout/hierarchy5"/>
    <dgm:cxn modelId="{CC531EF9-2874-40EA-B29B-18356CA00C29}" type="presParOf" srcId="{9A97CBFB-8C7F-4E15-98B1-AF5D9B5F299F}" destId="{7079CFB8-E0D6-436F-89D6-9D19DAB060A7}" srcOrd="0" destOrd="0" presId="urn:microsoft.com/office/officeart/2005/8/layout/hierarchy5"/>
    <dgm:cxn modelId="{CB0337CC-AC72-4898-A21D-5A6D50B9527B}" type="presParOf" srcId="{9A97CBFB-8C7F-4E15-98B1-AF5D9B5F299F}" destId="{07912933-979C-4FD2-B5E7-3A9C0106C729}" srcOrd="1" destOrd="0" presId="urn:microsoft.com/office/officeart/2005/8/layout/hierarchy5"/>
    <dgm:cxn modelId="{B271651D-2B0F-4789-858E-DDD0D94A7345}" type="presParOf" srcId="{07912933-979C-4FD2-B5E7-3A9C0106C729}" destId="{C0C27C66-8773-402A-B948-F2FA52E98781}" srcOrd="0" destOrd="0" presId="urn:microsoft.com/office/officeart/2005/8/layout/hierarchy5"/>
    <dgm:cxn modelId="{CB67ABCA-675A-454C-94FE-96118453AC7A}" type="presParOf" srcId="{C0C27C66-8773-402A-B948-F2FA52E98781}" destId="{41CD5663-EC82-431B-9118-8715222B31FD}" srcOrd="0" destOrd="0" presId="urn:microsoft.com/office/officeart/2005/8/layout/hierarchy5"/>
    <dgm:cxn modelId="{BC9CF5E9-8939-4D32-9516-CDB6CDE023BF}" type="presParOf" srcId="{07912933-979C-4FD2-B5E7-3A9C0106C729}" destId="{5C3EF903-1EB1-4B78-8D29-8C7B6A54BEC9}" srcOrd="1" destOrd="0" presId="urn:microsoft.com/office/officeart/2005/8/layout/hierarchy5"/>
    <dgm:cxn modelId="{1B6048C5-BCCD-4E14-9DEA-E6D770B2454B}" type="presParOf" srcId="{5C3EF903-1EB1-4B78-8D29-8C7B6A54BEC9}" destId="{7421ADBF-CFB2-4AE5-9D0B-2D4ED664A8EB}" srcOrd="0" destOrd="0" presId="urn:microsoft.com/office/officeart/2005/8/layout/hierarchy5"/>
    <dgm:cxn modelId="{3A4B31ED-AC4A-45BD-9147-D051A5E70862}" type="presParOf" srcId="{5C3EF903-1EB1-4B78-8D29-8C7B6A54BEC9}" destId="{4CA0B1D3-C59B-4233-BB24-1619C7D87239}" srcOrd="1" destOrd="0" presId="urn:microsoft.com/office/officeart/2005/8/layout/hierarchy5"/>
    <dgm:cxn modelId="{766A15C1-B881-4ACE-A398-F385A19F2D72}" type="presParOf" srcId="{4CA0B1D3-C59B-4233-BB24-1619C7D87239}" destId="{F873B8FA-BD76-4488-8C32-F7A0CB58F239}" srcOrd="0" destOrd="0" presId="urn:microsoft.com/office/officeart/2005/8/layout/hierarchy5"/>
    <dgm:cxn modelId="{BCCF7B7C-3ED7-423D-8C6F-FA2DE5CB48DD}" type="presParOf" srcId="{F873B8FA-BD76-4488-8C32-F7A0CB58F239}" destId="{246FE0FC-0B07-4C84-BAAC-088D1B1639F1}" srcOrd="0" destOrd="0" presId="urn:microsoft.com/office/officeart/2005/8/layout/hierarchy5"/>
    <dgm:cxn modelId="{822CD0C4-7E83-46DD-A1A0-892DED8F52E0}" type="presParOf" srcId="{4CA0B1D3-C59B-4233-BB24-1619C7D87239}" destId="{B0726D19-FB6F-43E8-BF17-755EE5EC0290}" srcOrd="1" destOrd="0" presId="urn:microsoft.com/office/officeart/2005/8/layout/hierarchy5"/>
    <dgm:cxn modelId="{69903594-E3C1-4523-93A6-07BA26EE0AD4}" type="presParOf" srcId="{B0726D19-FB6F-43E8-BF17-755EE5EC0290}" destId="{9670CC76-73D5-484F-9674-F664A5EE1BC8}" srcOrd="0" destOrd="0" presId="urn:microsoft.com/office/officeart/2005/8/layout/hierarchy5"/>
    <dgm:cxn modelId="{8A73B782-7DAB-4C4A-BE7E-8094B1014CF6}" type="presParOf" srcId="{B0726D19-FB6F-43E8-BF17-755EE5EC0290}" destId="{B5E9432F-CE43-4ED6-A8E0-14D49E5A9779}" srcOrd="1" destOrd="0" presId="urn:microsoft.com/office/officeart/2005/8/layout/hierarchy5"/>
    <dgm:cxn modelId="{527B9D84-A44A-4B91-8E81-B9B85F07DEF4}" type="presParOf" srcId="{B5E9432F-CE43-4ED6-A8E0-14D49E5A9779}" destId="{C3A9C8C0-EE1C-4FE9-897B-B36CB46AAC7D}" srcOrd="0" destOrd="0" presId="urn:microsoft.com/office/officeart/2005/8/layout/hierarchy5"/>
    <dgm:cxn modelId="{2B18CEEB-7DE0-41C1-B9FE-55FE9D3F95FB}" type="presParOf" srcId="{C3A9C8C0-EE1C-4FE9-897B-B36CB46AAC7D}" destId="{56EE75F5-E190-4196-A4F9-BB483A32ED29}" srcOrd="0" destOrd="0" presId="urn:microsoft.com/office/officeart/2005/8/layout/hierarchy5"/>
    <dgm:cxn modelId="{171B8376-4C77-425D-BA1C-F1C06994383A}" type="presParOf" srcId="{B5E9432F-CE43-4ED6-A8E0-14D49E5A9779}" destId="{DE0412EE-9B02-4B96-A911-9A89CD52E858}" srcOrd="1" destOrd="0" presId="urn:microsoft.com/office/officeart/2005/8/layout/hierarchy5"/>
    <dgm:cxn modelId="{673D5E2C-63DF-44FF-8CEF-29E9C25175DE}" type="presParOf" srcId="{DE0412EE-9B02-4B96-A911-9A89CD52E858}" destId="{10A72CB8-8D2A-4211-B3BC-3CE1C0994FB2}" srcOrd="0" destOrd="0" presId="urn:microsoft.com/office/officeart/2005/8/layout/hierarchy5"/>
    <dgm:cxn modelId="{3FEE4763-194E-4BB8-8A23-CBF0D8D1803E}" type="presParOf" srcId="{DE0412EE-9B02-4B96-A911-9A89CD52E858}" destId="{ED9BF977-E5D9-4043-9919-211AAD3557FA}" srcOrd="1" destOrd="0" presId="urn:microsoft.com/office/officeart/2005/8/layout/hierarchy5"/>
    <dgm:cxn modelId="{37E1AEB8-4D8C-4940-9246-C5EC08A7C2C0}" type="presParOf" srcId="{ED9BF977-E5D9-4043-9919-211AAD3557FA}" destId="{06EDC7B4-C071-4B06-8AF7-DB8FC75DCFAD}" srcOrd="0" destOrd="0" presId="urn:microsoft.com/office/officeart/2005/8/layout/hierarchy5"/>
    <dgm:cxn modelId="{EB3CE43D-3628-4CA8-B6CB-517766D654C9}" type="presParOf" srcId="{06EDC7B4-C071-4B06-8AF7-DB8FC75DCFAD}" destId="{D831141D-57C8-4E59-8385-8C134D620B0F}" srcOrd="0" destOrd="0" presId="urn:microsoft.com/office/officeart/2005/8/layout/hierarchy5"/>
    <dgm:cxn modelId="{10372DAE-1686-4A42-B7EE-314631C27011}" type="presParOf" srcId="{ED9BF977-E5D9-4043-9919-211AAD3557FA}" destId="{D9578F27-9756-4367-94AB-64227E3DEC5B}" srcOrd="1" destOrd="0" presId="urn:microsoft.com/office/officeart/2005/8/layout/hierarchy5"/>
    <dgm:cxn modelId="{CDB2CFF5-CF0A-4694-B206-EDFA3585F1B0}" type="presParOf" srcId="{D9578F27-9756-4367-94AB-64227E3DEC5B}" destId="{28B9BD66-E8D6-4310-A62B-CEBFF51BDB07}" srcOrd="0" destOrd="0" presId="urn:microsoft.com/office/officeart/2005/8/layout/hierarchy5"/>
    <dgm:cxn modelId="{D5AA63B1-65A2-4639-8511-0C2F9434EDBE}" type="presParOf" srcId="{D9578F27-9756-4367-94AB-64227E3DEC5B}" destId="{DFCBB164-E10D-4BF0-991B-5145E69D08D0}" srcOrd="1" destOrd="0" presId="urn:microsoft.com/office/officeart/2005/8/layout/hierarchy5"/>
    <dgm:cxn modelId="{3A465A0A-D4EE-48CA-96C7-CE8BBFFC7BB9}" type="presParOf" srcId="{ED9BF977-E5D9-4043-9919-211AAD3557FA}" destId="{FFE8E79E-696A-4160-BB34-827659FA840B}" srcOrd="2" destOrd="0" presId="urn:microsoft.com/office/officeart/2005/8/layout/hierarchy5"/>
    <dgm:cxn modelId="{B887B187-8E83-4E5C-B4DE-3533744E5F9F}" type="presParOf" srcId="{FFE8E79E-696A-4160-BB34-827659FA840B}" destId="{E1E503CC-229F-46B1-8B57-388BC0EB12DE}" srcOrd="0" destOrd="0" presId="urn:microsoft.com/office/officeart/2005/8/layout/hierarchy5"/>
    <dgm:cxn modelId="{4221DA33-6F2B-45AC-A7EC-085C3F04BE35}" type="presParOf" srcId="{ED9BF977-E5D9-4043-9919-211AAD3557FA}" destId="{B30A1A66-86E8-4632-8AB4-F999FCC1C48E}" srcOrd="3" destOrd="0" presId="urn:microsoft.com/office/officeart/2005/8/layout/hierarchy5"/>
    <dgm:cxn modelId="{A24B38B9-CA68-407E-A5BA-7D3E0AD0DC29}" type="presParOf" srcId="{B30A1A66-86E8-4632-8AB4-F999FCC1C48E}" destId="{63FBADC0-7758-48A0-8EC0-FEB572BC8463}" srcOrd="0" destOrd="0" presId="urn:microsoft.com/office/officeart/2005/8/layout/hierarchy5"/>
    <dgm:cxn modelId="{DCE64A3B-04FE-4D52-BED2-EA0C10E9A54F}" type="presParOf" srcId="{B30A1A66-86E8-4632-8AB4-F999FCC1C48E}" destId="{A244BC02-3DAD-4A2F-94AC-8537C1A3BC4F}" srcOrd="1" destOrd="0" presId="urn:microsoft.com/office/officeart/2005/8/layout/hierarchy5"/>
    <dgm:cxn modelId="{3667DFAB-898E-4E3D-9CBF-5302EAA23EE9}" type="presParOf" srcId="{146D7101-854A-4422-BD0D-7FDE82C78BED}" destId="{AAB3E397-8138-4B09-AE67-341748AA3317}" srcOrd="1" destOrd="0" presId="urn:microsoft.com/office/officeart/2005/8/layout/hierarchy5"/>
    <dgm:cxn modelId="{64D3E779-435D-4421-ADA7-630411FD5036}" type="presParOf" srcId="{AAB3E397-8138-4B09-AE67-341748AA3317}" destId="{603B76AF-EE07-46D3-853F-4FA79DAE3ABA}" srcOrd="0" destOrd="0" presId="urn:microsoft.com/office/officeart/2005/8/layout/hierarchy5"/>
    <dgm:cxn modelId="{8501B601-420D-4DC9-8477-89FC85D8C839}" type="presParOf" srcId="{603B76AF-EE07-46D3-853F-4FA79DAE3ABA}" destId="{74449AFC-8D3B-424D-8010-9F8FF29AECDC}" srcOrd="0" destOrd="0" presId="urn:microsoft.com/office/officeart/2005/8/layout/hierarchy5"/>
    <dgm:cxn modelId="{EAAB3E83-06B7-4FA5-92F9-DC7955C519B9}" type="presParOf" srcId="{603B76AF-EE07-46D3-853F-4FA79DAE3ABA}" destId="{F15BF430-E7ED-431A-B8DE-EACC83A1A5AC}" srcOrd="1" destOrd="0" presId="urn:microsoft.com/office/officeart/2005/8/layout/hierarchy5"/>
    <dgm:cxn modelId="{5FE5D751-CC61-490E-A7F7-470E36C72AFF}" type="presParOf" srcId="{AAB3E397-8138-4B09-AE67-341748AA3317}" destId="{C8CDCA60-FBDD-4444-B7C6-720282D33DD8}" srcOrd="1" destOrd="0" presId="urn:microsoft.com/office/officeart/2005/8/layout/hierarchy5"/>
    <dgm:cxn modelId="{B635253A-CD85-49C2-BA69-E3710F2776D3}" type="presParOf" srcId="{C8CDCA60-FBDD-4444-B7C6-720282D33DD8}" destId="{8C21AD1A-BD1D-46AD-9569-004AB0B4CD12}" srcOrd="0" destOrd="0" presId="urn:microsoft.com/office/officeart/2005/8/layout/hierarchy5"/>
    <dgm:cxn modelId="{6C2970DC-AAC9-4647-86AE-29A6B19F351B}" type="presParOf" srcId="{AAB3E397-8138-4B09-AE67-341748AA3317}" destId="{70C12E21-DDAA-4FCF-ACD9-EE5F92105990}" srcOrd="2" destOrd="0" presId="urn:microsoft.com/office/officeart/2005/8/layout/hierarchy5"/>
    <dgm:cxn modelId="{1C574422-8FFF-4BDD-96DB-F390CA1523EF}" type="presParOf" srcId="{70C12E21-DDAA-4FCF-ACD9-EE5F92105990}" destId="{27C7C9CB-D0BC-462C-A74F-43EE12E69B53}" srcOrd="0" destOrd="0" presId="urn:microsoft.com/office/officeart/2005/8/layout/hierarchy5"/>
    <dgm:cxn modelId="{5C7D3378-39A4-4A99-AFF1-3FF10DAC1AA5}" type="presParOf" srcId="{70C12E21-DDAA-4FCF-ACD9-EE5F92105990}" destId="{900FE99F-3C90-40E7-BA57-2884C4223013}" srcOrd="1" destOrd="0" presId="urn:microsoft.com/office/officeart/2005/8/layout/hierarchy5"/>
    <dgm:cxn modelId="{608A46CD-3878-4A91-90CF-138FD65EAA98}" type="presParOf" srcId="{AAB3E397-8138-4B09-AE67-341748AA3317}" destId="{9429E005-9439-4BB0-A007-A47CD5609FAA}" srcOrd="3" destOrd="0" presId="urn:microsoft.com/office/officeart/2005/8/layout/hierarchy5"/>
    <dgm:cxn modelId="{C9B2DEB8-3C4D-4BBF-9EA9-6D5798BB6474}" type="presParOf" srcId="{9429E005-9439-4BB0-A007-A47CD5609FAA}" destId="{432F8CDB-E423-467D-BC20-C7F08DE41047}" srcOrd="0" destOrd="0" presId="urn:microsoft.com/office/officeart/2005/8/layout/hierarchy5"/>
    <dgm:cxn modelId="{90E8FB30-FF4D-4531-81BD-3F19D8327E25}" type="presParOf" srcId="{AAB3E397-8138-4B09-AE67-341748AA3317}" destId="{BB93460E-B2DA-4E96-8B8C-95B56CEB84EF}" srcOrd="4" destOrd="0" presId="urn:microsoft.com/office/officeart/2005/8/layout/hierarchy5"/>
    <dgm:cxn modelId="{EC305E12-B030-4E73-B73C-84E0E13D96A1}" type="presParOf" srcId="{BB93460E-B2DA-4E96-8B8C-95B56CEB84EF}" destId="{D8B4FB08-EC28-46C6-A2F5-1BCC0A470E9D}" srcOrd="0" destOrd="0" presId="urn:microsoft.com/office/officeart/2005/8/layout/hierarchy5"/>
    <dgm:cxn modelId="{A9FFC6C2-8C61-428C-9EC8-D7AEABCA63D0}" type="presParOf" srcId="{BB93460E-B2DA-4E96-8B8C-95B56CEB84EF}" destId="{CAE7990F-FB49-45FE-97C8-ADBEF1DF451D}" srcOrd="1" destOrd="0" presId="urn:microsoft.com/office/officeart/2005/8/layout/hierarchy5"/>
    <dgm:cxn modelId="{1DE61E09-C206-4A48-ACF7-0A5DDDE2F192}" type="presParOf" srcId="{AAB3E397-8138-4B09-AE67-341748AA3317}" destId="{6F2231F1-9738-4BC5-837F-30FE455608CA}" srcOrd="5" destOrd="0" presId="urn:microsoft.com/office/officeart/2005/8/layout/hierarchy5"/>
    <dgm:cxn modelId="{A30DE627-F717-417D-A678-B7D26AFC8E9A}" type="presParOf" srcId="{6F2231F1-9738-4BC5-837F-30FE455608CA}" destId="{D59B53D0-1FD8-47F8-A5B2-598DC815FEDB}" srcOrd="0" destOrd="0" presId="urn:microsoft.com/office/officeart/2005/8/layout/hierarchy5"/>
    <dgm:cxn modelId="{16EADAB7-B5B3-4782-B3AF-F014E4A84E15}" type="presParOf" srcId="{AAB3E397-8138-4B09-AE67-341748AA3317}" destId="{E6B0FE4E-0967-46C1-848A-148606EE25E1}" srcOrd="6" destOrd="0" presId="urn:microsoft.com/office/officeart/2005/8/layout/hierarchy5"/>
    <dgm:cxn modelId="{9678F41C-29E3-40A8-8A76-710C6576E159}" type="presParOf" srcId="{E6B0FE4E-0967-46C1-848A-148606EE25E1}" destId="{02FE47DA-E1D2-4D05-BE9A-AF8EFB7F4473}" srcOrd="0" destOrd="0" presId="urn:microsoft.com/office/officeart/2005/8/layout/hierarchy5"/>
    <dgm:cxn modelId="{12B7D570-1A8C-4048-894E-D477F6FF1F59}" type="presParOf" srcId="{E6B0FE4E-0967-46C1-848A-148606EE25E1}" destId="{CA29E07D-326C-480D-A046-E5EC8992BDDA}" srcOrd="1" destOrd="0" presId="urn:microsoft.com/office/officeart/2005/8/layout/hierarchy5"/>
    <dgm:cxn modelId="{504BD4BD-374A-4C72-8952-2AAECDA62BE7}" type="presParOf" srcId="{AAB3E397-8138-4B09-AE67-341748AA3317}" destId="{13B6A109-37A0-46DB-BEC8-92591345B62E}" srcOrd="7" destOrd="0" presId="urn:microsoft.com/office/officeart/2005/8/layout/hierarchy5"/>
    <dgm:cxn modelId="{323B886D-1199-43B9-982E-87FFD7876A60}" type="presParOf" srcId="{13B6A109-37A0-46DB-BEC8-92591345B62E}" destId="{57B62780-EC99-48EF-A046-82F42A1E3344}" srcOrd="0" destOrd="0" presId="urn:microsoft.com/office/officeart/2005/8/layout/hierarchy5"/>
    <dgm:cxn modelId="{7AF89701-DE07-4E88-B71F-F46A8A5C6942}" type="presParOf" srcId="{AAB3E397-8138-4B09-AE67-341748AA3317}" destId="{7004F2C8-B3EA-4262-BA9E-F9A9C99BC6A6}" srcOrd="8" destOrd="0" presId="urn:microsoft.com/office/officeart/2005/8/layout/hierarchy5"/>
    <dgm:cxn modelId="{450692A7-9C8E-49E1-A09A-4A80EF219F08}" type="presParOf" srcId="{7004F2C8-B3EA-4262-BA9E-F9A9C99BC6A6}" destId="{1F570118-3744-45C0-BD66-5D634FECE9A5}" srcOrd="0" destOrd="0" presId="urn:microsoft.com/office/officeart/2005/8/layout/hierarchy5"/>
    <dgm:cxn modelId="{1730CA24-DBE3-44FB-BFB7-D000B1A1E7CB}" type="presParOf" srcId="{7004F2C8-B3EA-4262-BA9E-F9A9C99BC6A6}" destId="{9515F7A5-6164-4FC9-8BFE-E3B60F9C08F3}" srcOrd="1" destOrd="0" presId="urn:microsoft.com/office/officeart/2005/8/layout/hierarchy5"/>
    <dgm:cxn modelId="{C12F7428-94C7-421B-8151-9634752DC979}" type="presParOf" srcId="{AAB3E397-8138-4B09-AE67-341748AA3317}" destId="{2FE81954-B61F-43FD-A9DD-3BBC5BF288B8}" srcOrd="9" destOrd="0" presId="urn:microsoft.com/office/officeart/2005/8/layout/hierarchy5"/>
    <dgm:cxn modelId="{B7316B16-4245-4446-BC3E-7DAB85810EF9}" type="presParOf" srcId="{2FE81954-B61F-43FD-A9DD-3BBC5BF288B8}" destId="{7C36E0DB-B4DC-45BF-B997-67E07B04CB2E}" srcOrd="0" destOrd="0" presId="urn:microsoft.com/office/officeart/2005/8/layout/hierarchy5"/>
    <dgm:cxn modelId="{8347F14E-B8E2-48F5-9D97-DBBEA83D851F}" type="presParOf" srcId="{AAB3E397-8138-4B09-AE67-341748AA3317}" destId="{B3CD00A2-72D2-47CC-97FF-F0AF863660E7}" srcOrd="10" destOrd="0" presId="urn:microsoft.com/office/officeart/2005/8/layout/hierarchy5"/>
    <dgm:cxn modelId="{D379F113-5EF6-4EF0-AAD8-5888F57E4591}" type="presParOf" srcId="{B3CD00A2-72D2-47CC-97FF-F0AF863660E7}" destId="{FA6AC0B6-D4B1-463A-BA2D-414BC9996F20}" srcOrd="0" destOrd="0" presId="urn:microsoft.com/office/officeart/2005/8/layout/hierarchy5"/>
    <dgm:cxn modelId="{9033AAED-773B-4E97-936A-26B55C3B4B6E}" type="presParOf" srcId="{B3CD00A2-72D2-47CC-97FF-F0AF863660E7}" destId="{DFEEB3EE-549D-478F-BE08-E64C09D2B76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09B25-89F8-496A-BE36-DACC2F7C7622}">
      <dsp:nvSpPr>
        <dsp:cNvPr id="0" name=""/>
        <dsp:cNvSpPr/>
      </dsp:nvSpPr>
      <dsp:spPr>
        <a:xfrm>
          <a:off x="5689978" y="0"/>
          <a:ext cx="243598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4900" kern="1200"/>
        </a:p>
      </dsp:txBody>
      <dsp:txXfrm>
        <a:off x="5689978" y="0"/>
        <a:ext cx="2435981" cy="1625600"/>
      </dsp:txXfrm>
    </dsp:sp>
    <dsp:sp modelId="{045B6884-5BD2-40A2-9333-B43AADC638CD}">
      <dsp:nvSpPr>
        <dsp:cNvPr id="0" name=""/>
        <dsp:cNvSpPr/>
      </dsp:nvSpPr>
      <dsp:spPr>
        <a:xfrm>
          <a:off x="2846009" y="0"/>
          <a:ext cx="243598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4900" kern="1200"/>
        </a:p>
      </dsp:txBody>
      <dsp:txXfrm>
        <a:off x="2846009" y="0"/>
        <a:ext cx="2435981" cy="1625600"/>
      </dsp:txXfrm>
    </dsp:sp>
    <dsp:sp modelId="{ACEBFDCA-F093-4BA9-8D64-D50EF619D213}">
      <dsp:nvSpPr>
        <dsp:cNvPr id="0" name=""/>
        <dsp:cNvSpPr/>
      </dsp:nvSpPr>
      <dsp:spPr>
        <a:xfrm>
          <a:off x="2039" y="0"/>
          <a:ext cx="2435981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4900" kern="1200"/>
        </a:p>
      </dsp:txBody>
      <dsp:txXfrm>
        <a:off x="2039" y="0"/>
        <a:ext cx="2435981" cy="1625600"/>
      </dsp:txXfrm>
    </dsp:sp>
    <dsp:sp modelId="{ED519CBB-378D-49FE-AA5D-947ACE55EFD9}">
      <dsp:nvSpPr>
        <dsp:cNvPr id="0" name=""/>
        <dsp:cNvSpPr/>
      </dsp:nvSpPr>
      <dsp:spPr>
        <a:xfrm>
          <a:off x="206033" y="3197016"/>
          <a:ext cx="2039937" cy="1019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400" kern="1200"/>
        </a:p>
      </dsp:txBody>
      <dsp:txXfrm>
        <a:off x="235907" y="3226890"/>
        <a:ext cx="1980189" cy="960220"/>
      </dsp:txXfrm>
    </dsp:sp>
    <dsp:sp modelId="{D67E65C5-80BF-4D4B-A892-4AB7B0328EE0}">
      <dsp:nvSpPr>
        <dsp:cNvPr id="0" name=""/>
        <dsp:cNvSpPr/>
      </dsp:nvSpPr>
      <dsp:spPr>
        <a:xfrm rot="18770822">
          <a:off x="2054015" y="3250198"/>
          <a:ext cx="1199886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1199886" y="169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2623961" y="3237142"/>
        <a:ext cx="59994" cy="59994"/>
      </dsp:txXfrm>
    </dsp:sp>
    <dsp:sp modelId="{EC5F2581-D0D6-4EF1-AAA9-8E6184DB0B15}">
      <dsp:nvSpPr>
        <dsp:cNvPr id="0" name=""/>
        <dsp:cNvSpPr/>
      </dsp:nvSpPr>
      <dsp:spPr>
        <a:xfrm>
          <a:off x="3061946" y="2317293"/>
          <a:ext cx="2039937" cy="1019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400" kern="1200"/>
        </a:p>
      </dsp:txBody>
      <dsp:txXfrm>
        <a:off x="3091820" y="2347167"/>
        <a:ext cx="1980189" cy="960220"/>
      </dsp:txXfrm>
    </dsp:sp>
    <dsp:sp modelId="{9E144609-1895-4EB2-82FC-5F2294EFAF08}">
      <dsp:nvSpPr>
        <dsp:cNvPr id="0" name=""/>
        <dsp:cNvSpPr/>
      </dsp:nvSpPr>
      <dsp:spPr>
        <a:xfrm rot="19457599">
          <a:off x="5007433" y="2517096"/>
          <a:ext cx="1004876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1004876" y="169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5484749" y="2508915"/>
        <a:ext cx="50243" cy="50243"/>
      </dsp:txXfrm>
    </dsp:sp>
    <dsp:sp modelId="{1798970F-A1D5-4455-B53F-79F2F1B53076}">
      <dsp:nvSpPr>
        <dsp:cNvPr id="0" name=""/>
        <dsp:cNvSpPr/>
      </dsp:nvSpPr>
      <dsp:spPr>
        <a:xfrm>
          <a:off x="5917858" y="1730811"/>
          <a:ext cx="2039937" cy="1019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400" kern="1200"/>
        </a:p>
      </dsp:txBody>
      <dsp:txXfrm>
        <a:off x="5947732" y="1760685"/>
        <a:ext cx="1980189" cy="960220"/>
      </dsp:txXfrm>
    </dsp:sp>
    <dsp:sp modelId="{F56B46F7-08E4-4F8C-93BE-1DE712DC91BB}">
      <dsp:nvSpPr>
        <dsp:cNvPr id="0" name=""/>
        <dsp:cNvSpPr/>
      </dsp:nvSpPr>
      <dsp:spPr>
        <a:xfrm rot="2142401">
          <a:off x="5007433" y="3103578"/>
          <a:ext cx="1004876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1004876" y="169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5484749" y="3095397"/>
        <a:ext cx="50243" cy="50243"/>
      </dsp:txXfrm>
    </dsp:sp>
    <dsp:sp modelId="{9FB81E4D-8E91-42C3-898F-818090A6C370}">
      <dsp:nvSpPr>
        <dsp:cNvPr id="0" name=""/>
        <dsp:cNvSpPr/>
      </dsp:nvSpPr>
      <dsp:spPr>
        <a:xfrm>
          <a:off x="5917858" y="2903775"/>
          <a:ext cx="2039937" cy="1019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400" kern="1200"/>
        </a:p>
      </dsp:txBody>
      <dsp:txXfrm>
        <a:off x="5947732" y="2933649"/>
        <a:ext cx="1980189" cy="960220"/>
      </dsp:txXfrm>
    </dsp:sp>
    <dsp:sp modelId="{FD189046-14AB-4255-B1C5-F156410F1211}">
      <dsp:nvSpPr>
        <dsp:cNvPr id="0" name=""/>
        <dsp:cNvSpPr/>
      </dsp:nvSpPr>
      <dsp:spPr>
        <a:xfrm rot="2829178">
          <a:off x="2054015" y="4129921"/>
          <a:ext cx="1199886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1199886" y="169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2623961" y="4116865"/>
        <a:ext cx="59994" cy="59994"/>
      </dsp:txXfrm>
    </dsp:sp>
    <dsp:sp modelId="{8E9F74D6-7447-4947-9DB0-0D0587BEDA2D}">
      <dsp:nvSpPr>
        <dsp:cNvPr id="0" name=""/>
        <dsp:cNvSpPr/>
      </dsp:nvSpPr>
      <dsp:spPr>
        <a:xfrm>
          <a:off x="3061946" y="4076739"/>
          <a:ext cx="2039937" cy="1019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400" kern="1200"/>
        </a:p>
      </dsp:txBody>
      <dsp:txXfrm>
        <a:off x="3091820" y="4106613"/>
        <a:ext cx="1980189" cy="960220"/>
      </dsp:txXfrm>
    </dsp:sp>
    <dsp:sp modelId="{C60BF4E0-0721-4189-83EB-0832D2BF3383}">
      <dsp:nvSpPr>
        <dsp:cNvPr id="0" name=""/>
        <dsp:cNvSpPr/>
      </dsp:nvSpPr>
      <dsp:spPr>
        <a:xfrm>
          <a:off x="5101883" y="4569783"/>
          <a:ext cx="815975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815975" y="169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5489472" y="4566324"/>
        <a:ext cx="40798" cy="40798"/>
      </dsp:txXfrm>
    </dsp:sp>
    <dsp:sp modelId="{EF266D45-7A22-47F9-9B75-A38F1626F296}">
      <dsp:nvSpPr>
        <dsp:cNvPr id="0" name=""/>
        <dsp:cNvSpPr/>
      </dsp:nvSpPr>
      <dsp:spPr>
        <a:xfrm>
          <a:off x="5917858" y="4076739"/>
          <a:ext cx="2039937" cy="1019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400" kern="1200"/>
        </a:p>
      </dsp:txBody>
      <dsp:txXfrm>
        <a:off x="5947732" y="4106613"/>
        <a:ext cx="1980189" cy="960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AC0B6-D4B1-463A-BA2D-414BC9996F20}">
      <dsp:nvSpPr>
        <dsp:cNvPr id="0" name=""/>
        <dsp:cNvSpPr/>
      </dsp:nvSpPr>
      <dsp:spPr>
        <a:xfrm>
          <a:off x="8069977" y="23764"/>
          <a:ext cx="1164858" cy="6656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Información que se envia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8069977" y="23764"/>
        <a:ext cx="1164858" cy="1982670"/>
      </dsp:txXfrm>
    </dsp:sp>
    <dsp:sp modelId="{1F570118-3744-45C0-BD66-5D634FECE9A5}">
      <dsp:nvSpPr>
        <dsp:cNvPr id="0" name=""/>
        <dsp:cNvSpPr/>
      </dsp:nvSpPr>
      <dsp:spPr>
        <a:xfrm>
          <a:off x="6979329" y="0"/>
          <a:ext cx="934840" cy="6703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 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6979329" y="0"/>
        <a:ext cx="934840" cy="2011086"/>
      </dsp:txXfrm>
    </dsp:sp>
    <dsp:sp modelId="{02FE47DA-E1D2-4D05-BE9A-AF8EFB7F4473}">
      <dsp:nvSpPr>
        <dsp:cNvPr id="0" name=""/>
        <dsp:cNvSpPr/>
      </dsp:nvSpPr>
      <dsp:spPr>
        <a:xfrm>
          <a:off x="5888681" y="0"/>
          <a:ext cx="934840" cy="6703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Tipo de emisión aplicada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5888681" y="0"/>
        <a:ext cx="934840" cy="2011086"/>
      </dsp:txXfrm>
    </dsp:sp>
    <dsp:sp modelId="{D8B4FB08-EC28-46C6-A2F5-1BCC0A470E9D}">
      <dsp:nvSpPr>
        <dsp:cNvPr id="0" name=""/>
        <dsp:cNvSpPr/>
      </dsp:nvSpPr>
      <dsp:spPr>
        <a:xfrm>
          <a:off x="4798033" y="0"/>
          <a:ext cx="934840" cy="6703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 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4798033" y="0"/>
        <a:ext cx="934840" cy="2011086"/>
      </dsp:txXfrm>
    </dsp:sp>
    <dsp:sp modelId="{27C7C9CB-D0BC-462C-A74F-43EE12E69B53}">
      <dsp:nvSpPr>
        <dsp:cNvPr id="0" name=""/>
        <dsp:cNvSpPr/>
      </dsp:nvSpPr>
      <dsp:spPr>
        <a:xfrm>
          <a:off x="3707386" y="0"/>
          <a:ext cx="934840" cy="6703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Como pago el cliente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3707386" y="0"/>
        <a:ext cx="934840" cy="2011086"/>
      </dsp:txXfrm>
    </dsp:sp>
    <dsp:sp modelId="{74449AFC-8D3B-424D-8010-9F8FF29AECDC}">
      <dsp:nvSpPr>
        <dsp:cNvPr id="0" name=""/>
        <dsp:cNvSpPr/>
      </dsp:nvSpPr>
      <dsp:spPr>
        <a:xfrm>
          <a:off x="2616738" y="0"/>
          <a:ext cx="934840" cy="6703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   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2616738" y="0"/>
        <a:ext cx="934840" cy="2011086"/>
      </dsp:txXfrm>
    </dsp:sp>
    <dsp:sp modelId="{FBFA8CB2-41EF-4526-961B-2F7F5C7CEC08}">
      <dsp:nvSpPr>
        <dsp:cNvPr id="0" name=""/>
        <dsp:cNvSpPr/>
      </dsp:nvSpPr>
      <dsp:spPr>
        <a:xfrm>
          <a:off x="2694641" y="4028522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Forma de pago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2706050" y="4039931"/>
        <a:ext cx="756216" cy="366699"/>
      </dsp:txXfrm>
    </dsp:sp>
    <dsp:sp modelId="{186033DD-0F93-4792-BC51-8D5267F58E23}">
      <dsp:nvSpPr>
        <dsp:cNvPr id="0" name=""/>
        <dsp:cNvSpPr/>
      </dsp:nvSpPr>
      <dsp:spPr>
        <a:xfrm rot="16791948">
          <a:off x="2720146" y="3322162"/>
          <a:ext cx="181867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1818673" y="52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000" kern="1200">
            <a:solidFill>
              <a:schemeClr val="tx1"/>
            </a:solidFill>
          </a:endParaRPr>
        </a:p>
      </dsp:txBody>
      <dsp:txXfrm>
        <a:off x="3584015" y="3281925"/>
        <a:ext cx="90933" cy="90933"/>
      </dsp:txXfrm>
    </dsp:sp>
    <dsp:sp modelId="{E219BD7F-0C16-4BFF-87F9-050BA0548693}">
      <dsp:nvSpPr>
        <dsp:cNvPr id="0" name=""/>
        <dsp:cNvSpPr/>
      </dsp:nvSpPr>
      <dsp:spPr>
        <a:xfrm>
          <a:off x="3785289" y="2236744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PSE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3796698" y="2248153"/>
        <a:ext cx="756216" cy="366699"/>
      </dsp:txXfrm>
    </dsp:sp>
    <dsp:sp modelId="{04DE3D14-F217-49DB-8D36-CA766ABEF45F}">
      <dsp:nvSpPr>
        <dsp:cNvPr id="0" name=""/>
        <dsp:cNvSpPr/>
      </dsp:nvSpPr>
      <dsp:spPr>
        <a:xfrm>
          <a:off x="4564323" y="2426273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4712340" y="2423712"/>
        <a:ext cx="15580" cy="15580"/>
      </dsp:txXfrm>
    </dsp:sp>
    <dsp:sp modelId="{8A454959-1FB7-4CDB-82DF-1B96AEE7746D}">
      <dsp:nvSpPr>
        <dsp:cNvPr id="0" name=""/>
        <dsp:cNvSpPr/>
      </dsp:nvSpPr>
      <dsp:spPr>
        <a:xfrm>
          <a:off x="4875937" y="2236744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Forma emisión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4887346" y="2248153"/>
        <a:ext cx="756216" cy="366699"/>
      </dsp:txXfrm>
    </dsp:sp>
    <dsp:sp modelId="{077AA2D0-E6D7-4D58-8DD0-79072B1F4939}">
      <dsp:nvSpPr>
        <dsp:cNvPr id="0" name=""/>
        <dsp:cNvSpPr/>
      </dsp:nvSpPr>
      <dsp:spPr>
        <a:xfrm>
          <a:off x="5654971" y="2426273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5802987" y="2423712"/>
        <a:ext cx="15580" cy="15580"/>
      </dsp:txXfrm>
    </dsp:sp>
    <dsp:sp modelId="{A69F079E-7FEF-46B4-AF86-263262E93C82}">
      <dsp:nvSpPr>
        <dsp:cNvPr id="0" name=""/>
        <dsp:cNvSpPr/>
      </dsp:nvSpPr>
      <dsp:spPr>
        <a:xfrm>
          <a:off x="5966585" y="2236744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fpcash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5977994" y="2248153"/>
        <a:ext cx="756216" cy="366699"/>
      </dsp:txXfrm>
    </dsp:sp>
    <dsp:sp modelId="{40CFFE4C-827E-4698-B7E2-D6B9D458299E}">
      <dsp:nvSpPr>
        <dsp:cNvPr id="0" name=""/>
        <dsp:cNvSpPr/>
      </dsp:nvSpPr>
      <dsp:spPr>
        <a:xfrm>
          <a:off x="6745619" y="2426273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6893635" y="2423712"/>
        <a:ext cx="15580" cy="15580"/>
      </dsp:txXfrm>
    </dsp:sp>
    <dsp:sp modelId="{ED124D6D-8723-4DDF-B48D-6FE04289109D}">
      <dsp:nvSpPr>
        <dsp:cNvPr id="0" name=""/>
        <dsp:cNvSpPr/>
      </dsp:nvSpPr>
      <dsp:spPr>
        <a:xfrm>
          <a:off x="7057232" y="2236744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Datos que se envían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7068641" y="2248153"/>
        <a:ext cx="756216" cy="366699"/>
      </dsp:txXfrm>
    </dsp:sp>
    <dsp:sp modelId="{5F4FA357-0837-441D-8487-FE084E892E03}">
      <dsp:nvSpPr>
        <dsp:cNvPr id="0" name=""/>
        <dsp:cNvSpPr/>
      </dsp:nvSpPr>
      <dsp:spPr>
        <a:xfrm rot="19457599">
          <a:off x="7800196" y="2314287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2309922"/>
        <a:ext cx="19187" cy="19187"/>
      </dsp:txXfrm>
    </dsp:sp>
    <dsp:sp modelId="{870B49D4-0333-414C-B71B-9068073B89FA}">
      <dsp:nvSpPr>
        <dsp:cNvPr id="0" name=""/>
        <dsp:cNvSpPr/>
      </dsp:nvSpPr>
      <dsp:spPr>
        <a:xfrm>
          <a:off x="8147880" y="2012772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dirty="0">
              <a:solidFill>
                <a:schemeClr val="tx1"/>
              </a:solidFill>
            </a:rPr>
            <a:t>Vr$ de la aerolíneas</a:t>
          </a:r>
        </a:p>
      </dsp:txBody>
      <dsp:txXfrm>
        <a:off x="8159289" y="2024181"/>
        <a:ext cx="983024" cy="366699"/>
      </dsp:txXfrm>
    </dsp:sp>
    <dsp:sp modelId="{955375EE-324E-4116-9453-25F55D1F4194}">
      <dsp:nvSpPr>
        <dsp:cNvPr id="0" name=""/>
        <dsp:cNvSpPr/>
      </dsp:nvSpPr>
      <dsp:spPr>
        <a:xfrm rot="2142401">
          <a:off x="7800196" y="2538259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2533895"/>
        <a:ext cx="19187" cy="19187"/>
      </dsp:txXfrm>
    </dsp:sp>
    <dsp:sp modelId="{FA40138B-0E0F-4629-8790-2D48D72C3651}">
      <dsp:nvSpPr>
        <dsp:cNvPr id="0" name=""/>
        <dsp:cNvSpPr/>
      </dsp:nvSpPr>
      <dsp:spPr>
        <a:xfrm>
          <a:off x="8147880" y="2460716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dirty="0">
              <a:solidFill>
                <a:schemeClr val="tx1"/>
              </a:solidFill>
            </a:rPr>
            <a:t>Vr$ del fee</a:t>
          </a:r>
        </a:p>
      </dsp:txBody>
      <dsp:txXfrm>
        <a:off x="8159289" y="2472125"/>
        <a:ext cx="983024" cy="366699"/>
      </dsp:txXfrm>
    </dsp:sp>
    <dsp:sp modelId="{C6949A53-690A-447B-9D88-A1D5F3F1EBDB}">
      <dsp:nvSpPr>
        <dsp:cNvPr id="0" name=""/>
        <dsp:cNvSpPr/>
      </dsp:nvSpPr>
      <dsp:spPr>
        <a:xfrm rot="18289469">
          <a:off x="3356647" y="3994079"/>
          <a:ext cx="545671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545671" y="52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3615840" y="3985667"/>
        <a:ext cx="27283" cy="27283"/>
      </dsp:txXfrm>
    </dsp:sp>
    <dsp:sp modelId="{95D72A1A-0B5C-405B-9B23-993EFEFC531D}">
      <dsp:nvSpPr>
        <dsp:cNvPr id="0" name=""/>
        <dsp:cNvSpPr/>
      </dsp:nvSpPr>
      <dsp:spPr>
        <a:xfrm>
          <a:off x="3785289" y="3580578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TC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3796698" y="3591987"/>
        <a:ext cx="756216" cy="366699"/>
      </dsp:txXfrm>
    </dsp:sp>
    <dsp:sp modelId="{139ACA93-D5D8-4E2B-B8B5-C97CE1EEB79A}">
      <dsp:nvSpPr>
        <dsp:cNvPr id="0" name=""/>
        <dsp:cNvSpPr/>
      </dsp:nvSpPr>
      <dsp:spPr>
        <a:xfrm>
          <a:off x="4564323" y="3770107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4712340" y="3767546"/>
        <a:ext cx="15580" cy="15580"/>
      </dsp:txXfrm>
    </dsp:sp>
    <dsp:sp modelId="{22FF0B2B-CB39-4F28-A51A-582DA3538D70}">
      <dsp:nvSpPr>
        <dsp:cNvPr id="0" name=""/>
        <dsp:cNvSpPr/>
      </dsp:nvSpPr>
      <dsp:spPr>
        <a:xfrm>
          <a:off x="4875937" y="3580578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Forma de emisión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4887346" y="3591987"/>
        <a:ext cx="756216" cy="366699"/>
      </dsp:txXfrm>
    </dsp:sp>
    <dsp:sp modelId="{95546BE3-B6FA-4948-89D9-F3CC4E018681}">
      <dsp:nvSpPr>
        <dsp:cNvPr id="0" name=""/>
        <dsp:cNvSpPr/>
      </dsp:nvSpPr>
      <dsp:spPr>
        <a:xfrm rot="18289469">
          <a:off x="5537942" y="3546134"/>
          <a:ext cx="545671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545671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5797136" y="3537722"/>
        <a:ext cx="27283" cy="27283"/>
      </dsp:txXfrm>
    </dsp:sp>
    <dsp:sp modelId="{EB144DA5-BBC2-4CC4-A76F-FE2BE63B52FF}">
      <dsp:nvSpPr>
        <dsp:cNvPr id="0" name=""/>
        <dsp:cNvSpPr/>
      </dsp:nvSpPr>
      <dsp:spPr>
        <a:xfrm>
          <a:off x="5966585" y="3132633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fpTC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5977994" y="3144042"/>
        <a:ext cx="756216" cy="366699"/>
      </dsp:txXfrm>
    </dsp:sp>
    <dsp:sp modelId="{0830E25B-35EB-41F4-B095-B31D2D3E7BA5}">
      <dsp:nvSpPr>
        <dsp:cNvPr id="0" name=""/>
        <dsp:cNvSpPr/>
      </dsp:nvSpPr>
      <dsp:spPr>
        <a:xfrm>
          <a:off x="6745619" y="3322162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6893635" y="3319601"/>
        <a:ext cx="15580" cy="15580"/>
      </dsp:txXfrm>
    </dsp:sp>
    <dsp:sp modelId="{71EEE4AE-48F8-41D5-9E14-BBDCA6D8F625}">
      <dsp:nvSpPr>
        <dsp:cNvPr id="0" name=""/>
        <dsp:cNvSpPr/>
      </dsp:nvSpPr>
      <dsp:spPr>
        <a:xfrm>
          <a:off x="7057232" y="3132633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Datos que se envían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7068641" y="3144042"/>
        <a:ext cx="756216" cy="366699"/>
      </dsp:txXfrm>
    </dsp:sp>
    <dsp:sp modelId="{940E0B1A-BE23-4420-8F98-AE4AEEDDEA74}">
      <dsp:nvSpPr>
        <dsp:cNvPr id="0" name=""/>
        <dsp:cNvSpPr/>
      </dsp:nvSpPr>
      <dsp:spPr>
        <a:xfrm rot="19457599">
          <a:off x="7800196" y="3210176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3205812"/>
        <a:ext cx="19187" cy="19187"/>
      </dsp:txXfrm>
    </dsp:sp>
    <dsp:sp modelId="{9D2B8831-AD12-4EFC-864C-433BEA375658}">
      <dsp:nvSpPr>
        <dsp:cNvPr id="0" name=""/>
        <dsp:cNvSpPr/>
      </dsp:nvSpPr>
      <dsp:spPr>
        <a:xfrm>
          <a:off x="8147880" y="2908661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900" kern="1200" dirty="0">
              <a:solidFill>
                <a:schemeClr val="tx1"/>
              </a:solidFill>
            </a:rPr>
            <a:t>Vr$ de la aerolínea (</a:t>
          </a:r>
          <a:r>
            <a:rPr lang="es-CO" sz="900" kern="1200" dirty="0" err="1">
              <a:solidFill>
                <a:schemeClr val="tx1"/>
              </a:solidFill>
            </a:rPr>
            <a:t>Num</a:t>
          </a:r>
          <a:r>
            <a:rPr lang="es-CO" sz="900" kern="1200" dirty="0">
              <a:solidFill>
                <a:schemeClr val="tx1"/>
              </a:solidFill>
            </a:rPr>
            <a:t>. Auto 1)</a:t>
          </a:r>
        </a:p>
      </dsp:txBody>
      <dsp:txXfrm>
        <a:off x="8159289" y="2920070"/>
        <a:ext cx="983024" cy="366699"/>
      </dsp:txXfrm>
    </dsp:sp>
    <dsp:sp modelId="{C5D5C4F3-02AA-42EC-91B7-1E3239ECD41D}">
      <dsp:nvSpPr>
        <dsp:cNvPr id="0" name=""/>
        <dsp:cNvSpPr/>
      </dsp:nvSpPr>
      <dsp:spPr>
        <a:xfrm rot="2142401">
          <a:off x="7800196" y="3434148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3429784"/>
        <a:ext cx="19187" cy="19187"/>
      </dsp:txXfrm>
    </dsp:sp>
    <dsp:sp modelId="{16EFA6B0-80D2-4876-ABB3-E0D684D4BF3E}">
      <dsp:nvSpPr>
        <dsp:cNvPr id="0" name=""/>
        <dsp:cNvSpPr/>
      </dsp:nvSpPr>
      <dsp:spPr>
        <a:xfrm>
          <a:off x="8147880" y="3356605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>
              <a:solidFill>
                <a:schemeClr val="tx1"/>
              </a:solidFill>
            </a:rPr>
            <a:t>Vr$ del fee (</a:t>
          </a:r>
          <a:r>
            <a:rPr lang="es-CO" sz="1100" kern="1200" dirty="0" err="1">
              <a:solidFill>
                <a:schemeClr val="tx1"/>
              </a:solidFill>
            </a:rPr>
            <a:t>Num</a:t>
          </a:r>
          <a:r>
            <a:rPr lang="es-CO" sz="1100" kern="1200" dirty="0">
              <a:solidFill>
                <a:schemeClr val="tx1"/>
              </a:solidFill>
            </a:rPr>
            <a:t>. Auto</a:t>
          </a:r>
          <a:r>
            <a:rPr lang="es-MX" sz="1100" kern="1200" dirty="0">
              <a:solidFill>
                <a:schemeClr val="tx1"/>
              </a:solidFill>
            </a:rPr>
            <a:t> 2)</a:t>
          </a:r>
          <a:endParaRPr lang="es-CO" sz="1100" kern="1200" dirty="0">
            <a:solidFill>
              <a:schemeClr val="tx1"/>
            </a:solidFill>
          </a:endParaRPr>
        </a:p>
      </dsp:txBody>
      <dsp:txXfrm>
        <a:off x="8159289" y="3368014"/>
        <a:ext cx="983024" cy="366699"/>
      </dsp:txXfrm>
    </dsp:sp>
    <dsp:sp modelId="{91868885-8F84-4303-B296-F33CB6D3DD33}">
      <dsp:nvSpPr>
        <dsp:cNvPr id="0" name=""/>
        <dsp:cNvSpPr/>
      </dsp:nvSpPr>
      <dsp:spPr>
        <a:xfrm rot="3310531">
          <a:off x="5537942" y="3994079"/>
          <a:ext cx="545671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545671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5797136" y="3985667"/>
        <a:ext cx="27283" cy="27283"/>
      </dsp:txXfrm>
    </dsp:sp>
    <dsp:sp modelId="{2B0908CA-A90B-440E-B0D9-86985EF98AA0}">
      <dsp:nvSpPr>
        <dsp:cNvPr id="0" name=""/>
        <dsp:cNvSpPr/>
      </dsp:nvSpPr>
      <dsp:spPr>
        <a:xfrm>
          <a:off x="5966585" y="4028522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 err="1">
              <a:solidFill>
                <a:schemeClr val="tx1"/>
              </a:solidFill>
            </a:rPr>
            <a:t>Fpcash</a:t>
          </a:r>
          <a:r>
            <a:rPr lang="es-MX" sz="800" kern="1200" dirty="0">
              <a:solidFill>
                <a:schemeClr val="tx1"/>
              </a:solidFill>
            </a:rPr>
            <a:t>(Dinero ingreso a la agencia)</a:t>
          </a:r>
          <a:endParaRPr lang="es-CO" sz="800" kern="1200" dirty="0">
            <a:solidFill>
              <a:schemeClr val="tx1"/>
            </a:solidFill>
          </a:endParaRPr>
        </a:p>
      </dsp:txBody>
      <dsp:txXfrm>
        <a:off x="5977994" y="4039931"/>
        <a:ext cx="756216" cy="366699"/>
      </dsp:txXfrm>
    </dsp:sp>
    <dsp:sp modelId="{6B227261-C795-4C56-9D66-519D15047C61}">
      <dsp:nvSpPr>
        <dsp:cNvPr id="0" name=""/>
        <dsp:cNvSpPr/>
      </dsp:nvSpPr>
      <dsp:spPr>
        <a:xfrm>
          <a:off x="6745619" y="4218051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6893635" y="4215490"/>
        <a:ext cx="15580" cy="15580"/>
      </dsp:txXfrm>
    </dsp:sp>
    <dsp:sp modelId="{F079AD87-B864-4779-B7DA-6E90CF9BE936}">
      <dsp:nvSpPr>
        <dsp:cNvPr id="0" name=""/>
        <dsp:cNvSpPr/>
      </dsp:nvSpPr>
      <dsp:spPr>
        <a:xfrm>
          <a:off x="7057232" y="4028522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Datos que se envían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7068641" y="4039931"/>
        <a:ext cx="756216" cy="366699"/>
      </dsp:txXfrm>
    </dsp:sp>
    <dsp:sp modelId="{232ECA84-C79F-4F5D-9273-84557BD4392D}">
      <dsp:nvSpPr>
        <dsp:cNvPr id="0" name=""/>
        <dsp:cNvSpPr/>
      </dsp:nvSpPr>
      <dsp:spPr>
        <a:xfrm rot="19457599">
          <a:off x="7800196" y="4106065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4101701"/>
        <a:ext cx="19187" cy="19187"/>
      </dsp:txXfrm>
    </dsp:sp>
    <dsp:sp modelId="{898C66BC-B719-46CA-BE6F-9FBD24EB20AD}">
      <dsp:nvSpPr>
        <dsp:cNvPr id="0" name=""/>
        <dsp:cNvSpPr/>
      </dsp:nvSpPr>
      <dsp:spPr>
        <a:xfrm>
          <a:off x="8147880" y="3804550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>
              <a:solidFill>
                <a:schemeClr val="tx1"/>
              </a:solidFill>
            </a:rPr>
            <a:t>Vr$ de la aerolínea (</a:t>
          </a:r>
          <a:r>
            <a:rPr lang="es-CO" sz="900" kern="1200" dirty="0" err="1">
              <a:solidFill>
                <a:schemeClr val="tx1"/>
              </a:solidFill>
            </a:rPr>
            <a:t>Num</a:t>
          </a:r>
          <a:r>
            <a:rPr lang="es-CO" sz="900" kern="1200" dirty="0">
              <a:solidFill>
                <a:schemeClr val="tx1"/>
              </a:solidFill>
            </a:rPr>
            <a:t>. Auto</a:t>
          </a:r>
          <a:r>
            <a:rPr lang="es-MX" sz="900" kern="1200" dirty="0">
              <a:solidFill>
                <a:schemeClr val="tx1"/>
              </a:solidFill>
            </a:rPr>
            <a:t> 1)</a:t>
          </a:r>
          <a:endParaRPr lang="es-CO" sz="900" kern="1200" dirty="0">
            <a:solidFill>
              <a:schemeClr val="tx1"/>
            </a:solidFill>
          </a:endParaRPr>
        </a:p>
      </dsp:txBody>
      <dsp:txXfrm>
        <a:off x="8159289" y="3815959"/>
        <a:ext cx="983024" cy="366699"/>
      </dsp:txXfrm>
    </dsp:sp>
    <dsp:sp modelId="{785D398E-9522-4A97-8374-980CD57FFE0D}">
      <dsp:nvSpPr>
        <dsp:cNvPr id="0" name=""/>
        <dsp:cNvSpPr/>
      </dsp:nvSpPr>
      <dsp:spPr>
        <a:xfrm rot="2142401">
          <a:off x="7800196" y="4330037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4325673"/>
        <a:ext cx="19187" cy="19187"/>
      </dsp:txXfrm>
    </dsp:sp>
    <dsp:sp modelId="{D6E96425-1401-44D1-B1FE-FAC0439C65A6}">
      <dsp:nvSpPr>
        <dsp:cNvPr id="0" name=""/>
        <dsp:cNvSpPr/>
      </dsp:nvSpPr>
      <dsp:spPr>
        <a:xfrm>
          <a:off x="8147880" y="4252495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>
              <a:solidFill>
                <a:schemeClr val="tx1"/>
              </a:solidFill>
            </a:rPr>
            <a:t>Vr$ del fee (</a:t>
          </a:r>
          <a:r>
            <a:rPr lang="es-CO" sz="900" kern="1200" dirty="0" err="1">
              <a:solidFill>
                <a:schemeClr val="tx1"/>
              </a:solidFill>
            </a:rPr>
            <a:t>Num</a:t>
          </a:r>
          <a:r>
            <a:rPr lang="es-CO" sz="900" kern="1200" dirty="0">
              <a:solidFill>
                <a:schemeClr val="tx1"/>
              </a:solidFill>
            </a:rPr>
            <a:t>. Auto</a:t>
          </a:r>
          <a:r>
            <a:rPr lang="es-MX" sz="900" kern="1200" dirty="0">
              <a:solidFill>
                <a:schemeClr val="tx1"/>
              </a:solidFill>
            </a:rPr>
            <a:t> 1)</a:t>
          </a:r>
          <a:endParaRPr lang="es-CO" sz="900" kern="1200" dirty="0">
            <a:solidFill>
              <a:schemeClr val="tx1"/>
            </a:solidFill>
          </a:endParaRPr>
        </a:p>
      </dsp:txBody>
      <dsp:txXfrm>
        <a:off x="8159289" y="4263904"/>
        <a:ext cx="983024" cy="366699"/>
      </dsp:txXfrm>
    </dsp:sp>
    <dsp:sp modelId="{B2F14ADE-F91E-4B8F-AEB9-26EA16B11549}">
      <dsp:nvSpPr>
        <dsp:cNvPr id="0" name=""/>
        <dsp:cNvSpPr/>
      </dsp:nvSpPr>
      <dsp:spPr>
        <a:xfrm rot="4249260">
          <a:off x="3155214" y="4665996"/>
          <a:ext cx="948535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948535" y="52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3605769" y="4647512"/>
        <a:ext cx="47426" cy="47426"/>
      </dsp:txXfrm>
    </dsp:sp>
    <dsp:sp modelId="{52EF24EF-4B99-4555-A4B9-4145B8C5D462}">
      <dsp:nvSpPr>
        <dsp:cNvPr id="0" name=""/>
        <dsp:cNvSpPr/>
      </dsp:nvSpPr>
      <dsp:spPr>
        <a:xfrm>
          <a:off x="3785289" y="492441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Crédito cliente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3796698" y="4935820"/>
        <a:ext cx="756216" cy="366699"/>
      </dsp:txXfrm>
    </dsp:sp>
    <dsp:sp modelId="{729509D3-E5AD-4C5F-911F-AB67A4F93F05}">
      <dsp:nvSpPr>
        <dsp:cNvPr id="0" name=""/>
        <dsp:cNvSpPr/>
      </dsp:nvSpPr>
      <dsp:spPr>
        <a:xfrm>
          <a:off x="4564323" y="5113940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4712340" y="5111380"/>
        <a:ext cx="15580" cy="15580"/>
      </dsp:txXfrm>
    </dsp:sp>
    <dsp:sp modelId="{7A4CC124-8AEF-4802-A377-A82B0D4F6C37}">
      <dsp:nvSpPr>
        <dsp:cNvPr id="0" name=""/>
        <dsp:cNvSpPr/>
      </dsp:nvSpPr>
      <dsp:spPr>
        <a:xfrm>
          <a:off x="4875937" y="492441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Forma Emisión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4887346" y="4935820"/>
        <a:ext cx="756216" cy="366699"/>
      </dsp:txXfrm>
    </dsp:sp>
    <dsp:sp modelId="{30C7A3D8-2DFE-4E0F-828C-F94A74E2B6CF}">
      <dsp:nvSpPr>
        <dsp:cNvPr id="0" name=""/>
        <dsp:cNvSpPr/>
      </dsp:nvSpPr>
      <dsp:spPr>
        <a:xfrm>
          <a:off x="5654971" y="5113940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5802987" y="5111380"/>
        <a:ext cx="15580" cy="15580"/>
      </dsp:txXfrm>
    </dsp:sp>
    <dsp:sp modelId="{73DC25E0-C597-4FB0-8F17-3A69937170A0}">
      <dsp:nvSpPr>
        <dsp:cNvPr id="0" name=""/>
        <dsp:cNvSpPr/>
      </dsp:nvSpPr>
      <dsp:spPr>
        <a:xfrm>
          <a:off x="5966585" y="492441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fpCash(el cliente debe el servicio)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5977994" y="4935820"/>
        <a:ext cx="756216" cy="366699"/>
      </dsp:txXfrm>
    </dsp:sp>
    <dsp:sp modelId="{83C221DA-BA68-4803-9C39-AC2E54525BBC}">
      <dsp:nvSpPr>
        <dsp:cNvPr id="0" name=""/>
        <dsp:cNvSpPr/>
      </dsp:nvSpPr>
      <dsp:spPr>
        <a:xfrm>
          <a:off x="6745619" y="5113940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6893635" y="5111380"/>
        <a:ext cx="15580" cy="15580"/>
      </dsp:txXfrm>
    </dsp:sp>
    <dsp:sp modelId="{9E24AEB7-5E26-4EAA-BD99-417EBF5E042E}">
      <dsp:nvSpPr>
        <dsp:cNvPr id="0" name=""/>
        <dsp:cNvSpPr/>
      </dsp:nvSpPr>
      <dsp:spPr>
        <a:xfrm>
          <a:off x="7057232" y="492441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Datos que se envian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7068641" y="4935820"/>
        <a:ext cx="756216" cy="366699"/>
      </dsp:txXfrm>
    </dsp:sp>
    <dsp:sp modelId="{ACEA7372-108A-475C-9408-AC02103AA9D0}">
      <dsp:nvSpPr>
        <dsp:cNvPr id="0" name=""/>
        <dsp:cNvSpPr/>
      </dsp:nvSpPr>
      <dsp:spPr>
        <a:xfrm rot="19457599">
          <a:off x="7800196" y="5001954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4997590"/>
        <a:ext cx="19187" cy="19187"/>
      </dsp:txXfrm>
    </dsp:sp>
    <dsp:sp modelId="{3F1D8F11-B986-437D-9A27-EBDB85ABED0D}">
      <dsp:nvSpPr>
        <dsp:cNvPr id="0" name=""/>
        <dsp:cNvSpPr/>
      </dsp:nvSpPr>
      <dsp:spPr>
        <a:xfrm>
          <a:off x="8147880" y="4700439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>
              <a:solidFill>
                <a:schemeClr val="tx1"/>
              </a:solidFill>
            </a:rPr>
            <a:t>Vr$ de la aerolínea</a:t>
          </a:r>
          <a:endParaRPr lang="es-CO" sz="900" kern="1200" dirty="0">
            <a:solidFill>
              <a:schemeClr val="tx1"/>
            </a:solidFill>
          </a:endParaRPr>
        </a:p>
      </dsp:txBody>
      <dsp:txXfrm>
        <a:off x="8159289" y="4711848"/>
        <a:ext cx="983024" cy="366699"/>
      </dsp:txXfrm>
    </dsp:sp>
    <dsp:sp modelId="{9B0EE137-B427-4416-92A6-F9570CCA8BC0}">
      <dsp:nvSpPr>
        <dsp:cNvPr id="0" name=""/>
        <dsp:cNvSpPr/>
      </dsp:nvSpPr>
      <dsp:spPr>
        <a:xfrm rot="2142401">
          <a:off x="7800196" y="5225927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5221562"/>
        <a:ext cx="19187" cy="19187"/>
      </dsp:txXfrm>
    </dsp:sp>
    <dsp:sp modelId="{648FD4F4-1ABC-4B4B-A855-2C6A5513548A}">
      <dsp:nvSpPr>
        <dsp:cNvPr id="0" name=""/>
        <dsp:cNvSpPr/>
      </dsp:nvSpPr>
      <dsp:spPr>
        <a:xfrm>
          <a:off x="8147880" y="5148384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>
              <a:solidFill>
                <a:schemeClr val="tx1"/>
              </a:solidFill>
            </a:rPr>
            <a:t>Vr$ del fee </a:t>
          </a:r>
          <a:endParaRPr lang="es-CO" sz="1100" kern="1200" dirty="0">
            <a:solidFill>
              <a:schemeClr val="tx1"/>
            </a:solidFill>
          </a:endParaRPr>
        </a:p>
      </dsp:txBody>
      <dsp:txXfrm>
        <a:off x="8159289" y="5159793"/>
        <a:ext cx="983024" cy="366699"/>
      </dsp:txXfrm>
    </dsp:sp>
    <dsp:sp modelId="{837543AA-3CDD-4395-8E7D-C8BD5057498C}">
      <dsp:nvSpPr>
        <dsp:cNvPr id="0" name=""/>
        <dsp:cNvSpPr/>
      </dsp:nvSpPr>
      <dsp:spPr>
        <a:xfrm rot="4808052">
          <a:off x="2720146" y="5113940"/>
          <a:ext cx="181867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1818673" y="52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000" kern="1200">
            <a:solidFill>
              <a:schemeClr val="tx1"/>
            </a:solidFill>
          </a:endParaRPr>
        </a:p>
      </dsp:txBody>
      <dsp:txXfrm>
        <a:off x="3584015" y="5073703"/>
        <a:ext cx="90933" cy="90933"/>
      </dsp:txXfrm>
    </dsp:sp>
    <dsp:sp modelId="{7079CFB8-E0D6-436F-89D6-9D19DAB060A7}">
      <dsp:nvSpPr>
        <dsp:cNvPr id="0" name=""/>
        <dsp:cNvSpPr/>
      </dsp:nvSpPr>
      <dsp:spPr>
        <a:xfrm>
          <a:off x="3785289" y="582030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50" kern="1200">
              <a:solidFill>
                <a:schemeClr val="tx1"/>
              </a:solidFill>
            </a:rPr>
            <a:t>UATP/Airplus/b2bwallet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3796698" y="5831710"/>
        <a:ext cx="756216" cy="366699"/>
      </dsp:txXfrm>
    </dsp:sp>
    <dsp:sp modelId="{C0C27C66-8773-402A-B948-F2FA52E98781}">
      <dsp:nvSpPr>
        <dsp:cNvPr id="0" name=""/>
        <dsp:cNvSpPr/>
      </dsp:nvSpPr>
      <dsp:spPr>
        <a:xfrm>
          <a:off x="4564323" y="6009830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4712340" y="6007269"/>
        <a:ext cx="15580" cy="15580"/>
      </dsp:txXfrm>
    </dsp:sp>
    <dsp:sp modelId="{7421ADBF-CFB2-4AE5-9D0B-2D4ED664A8EB}">
      <dsp:nvSpPr>
        <dsp:cNvPr id="0" name=""/>
        <dsp:cNvSpPr/>
      </dsp:nvSpPr>
      <dsp:spPr>
        <a:xfrm>
          <a:off x="4875937" y="582030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Forma de emisión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4887346" y="5831710"/>
        <a:ext cx="756216" cy="366699"/>
      </dsp:txXfrm>
    </dsp:sp>
    <dsp:sp modelId="{F873B8FA-BD76-4488-8C32-F7A0CB58F239}">
      <dsp:nvSpPr>
        <dsp:cNvPr id="0" name=""/>
        <dsp:cNvSpPr/>
      </dsp:nvSpPr>
      <dsp:spPr>
        <a:xfrm>
          <a:off x="5654971" y="6009830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5802987" y="6007269"/>
        <a:ext cx="15580" cy="15580"/>
      </dsp:txXfrm>
    </dsp:sp>
    <dsp:sp modelId="{9670CC76-73D5-484F-9674-F664A5EE1BC8}">
      <dsp:nvSpPr>
        <dsp:cNvPr id="0" name=""/>
        <dsp:cNvSpPr/>
      </dsp:nvSpPr>
      <dsp:spPr>
        <a:xfrm>
          <a:off x="5966585" y="582030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Fptc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5977994" y="5831710"/>
        <a:ext cx="756216" cy="366699"/>
      </dsp:txXfrm>
    </dsp:sp>
    <dsp:sp modelId="{C3A9C8C0-EE1C-4FE9-897B-B36CB46AAC7D}">
      <dsp:nvSpPr>
        <dsp:cNvPr id="0" name=""/>
        <dsp:cNvSpPr/>
      </dsp:nvSpPr>
      <dsp:spPr>
        <a:xfrm>
          <a:off x="6745619" y="6009830"/>
          <a:ext cx="31161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1161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6893635" y="6007269"/>
        <a:ext cx="15580" cy="15580"/>
      </dsp:txXfrm>
    </dsp:sp>
    <dsp:sp modelId="{10A72CB8-8D2A-4211-B3BC-3CE1C0994FB2}">
      <dsp:nvSpPr>
        <dsp:cNvPr id="0" name=""/>
        <dsp:cNvSpPr/>
      </dsp:nvSpPr>
      <dsp:spPr>
        <a:xfrm>
          <a:off x="7057232" y="5820301"/>
          <a:ext cx="779034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>
              <a:solidFill>
                <a:schemeClr val="tx1"/>
              </a:solidFill>
            </a:rPr>
            <a:t>Datos que se envían</a:t>
          </a:r>
          <a:endParaRPr lang="es-CO" sz="1050" kern="1200" dirty="0">
            <a:solidFill>
              <a:schemeClr val="tx1"/>
            </a:solidFill>
          </a:endParaRPr>
        </a:p>
      </dsp:txBody>
      <dsp:txXfrm>
        <a:off x="7068641" y="5831710"/>
        <a:ext cx="756216" cy="366699"/>
      </dsp:txXfrm>
    </dsp:sp>
    <dsp:sp modelId="{06EDC7B4-C071-4B06-8AF7-DB8FC75DCFAD}">
      <dsp:nvSpPr>
        <dsp:cNvPr id="0" name=""/>
        <dsp:cNvSpPr/>
      </dsp:nvSpPr>
      <dsp:spPr>
        <a:xfrm rot="19457599">
          <a:off x="7800196" y="5897843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5893479"/>
        <a:ext cx="19187" cy="19187"/>
      </dsp:txXfrm>
    </dsp:sp>
    <dsp:sp modelId="{28B9BD66-E8D6-4310-A62B-CEBFF51BDB07}">
      <dsp:nvSpPr>
        <dsp:cNvPr id="0" name=""/>
        <dsp:cNvSpPr/>
      </dsp:nvSpPr>
      <dsp:spPr>
        <a:xfrm>
          <a:off x="8147880" y="5596328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700" kern="1200" dirty="0">
              <a:solidFill>
                <a:schemeClr val="tx1"/>
              </a:solidFill>
            </a:rPr>
            <a:t>Vr$ de la aerolínea(</a:t>
          </a:r>
          <a:r>
            <a:rPr lang="es-CO" sz="700" kern="1200" dirty="0" err="1">
              <a:solidFill>
                <a:schemeClr val="tx1"/>
              </a:solidFill>
            </a:rPr>
            <a:t>Num</a:t>
          </a:r>
          <a:r>
            <a:rPr lang="es-CO" sz="700" kern="1200" dirty="0">
              <a:solidFill>
                <a:schemeClr val="tx1"/>
              </a:solidFill>
            </a:rPr>
            <a:t>. Auto</a:t>
          </a:r>
          <a:r>
            <a:rPr lang="es-MX" sz="700" kern="1200" dirty="0">
              <a:solidFill>
                <a:schemeClr val="tx1"/>
              </a:solidFill>
            </a:rPr>
            <a:t> 1). Se pago a la aerolínea, lo debe el cliente</a:t>
          </a:r>
          <a:endParaRPr lang="es-CO" sz="700" kern="1200" dirty="0">
            <a:solidFill>
              <a:schemeClr val="tx1"/>
            </a:solidFill>
          </a:endParaRPr>
        </a:p>
      </dsp:txBody>
      <dsp:txXfrm>
        <a:off x="8159289" y="5607737"/>
        <a:ext cx="983024" cy="366699"/>
      </dsp:txXfrm>
    </dsp:sp>
    <dsp:sp modelId="{FFE8E79E-696A-4160-BB34-827659FA840B}">
      <dsp:nvSpPr>
        <dsp:cNvPr id="0" name=""/>
        <dsp:cNvSpPr/>
      </dsp:nvSpPr>
      <dsp:spPr>
        <a:xfrm rot="2142401">
          <a:off x="7800196" y="6121816"/>
          <a:ext cx="383753" cy="10458"/>
        </a:xfrm>
        <a:custGeom>
          <a:avLst/>
          <a:gdLst/>
          <a:ahLst/>
          <a:cxnLst/>
          <a:rect l="0" t="0" r="0" b="0"/>
          <a:pathLst>
            <a:path>
              <a:moveTo>
                <a:pt x="0" y="5229"/>
              </a:moveTo>
              <a:lnTo>
                <a:pt x="383753" y="522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900" kern="1200">
            <a:solidFill>
              <a:schemeClr val="tx1"/>
            </a:solidFill>
          </a:endParaRPr>
        </a:p>
      </dsp:txBody>
      <dsp:txXfrm>
        <a:off x="7982479" y="6117451"/>
        <a:ext cx="19187" cy="19187"/>
      </dsp:txXfrm>
    </dsp:sp>
    <dsp:sp modelId="{63FBADC0-7758-48A0-8EC0-FEB572BC8463}">
      <dsp:nvSpPr>
        <dsp:cNvPr id="0" name=""/>
        <dsp:cNvSpPr/>
      </dsp:nvSpPr>
      <dsp:spPr>
        <a:xfrm>
          <a:off x="8147880" y="6044273"/>
          <a:ext cx="1005842" cy="3895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>
              <a:solidFill>
                <a:schemeClr val="tx1"/>
              </a:solidFill>
            </a:rPr>
            <a:t>Valor del fee, Lo debe el cliente</a:t>
          </a:r>
          <a:endParaRPr lang="es-CO" sz="900" kern="1200" dirty="0">
            <a:solidFill>
              <a:schemeClr val="tx1"/>
            </a:solidFill>
          </a:endParaRPr>
        </a:p>
      </dsp:txBody>
      <dsp:txXfrm>
        <a:off x="8159289" y="6055682"/>
        <a:ext cx="983024" cy="366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6020-5BB1-48C3-AED2-FA2B8D5D6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A9765F-296C-41BA-8905-27334AF58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55BC4-F0B4-4856-8DCE-A32DE51C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C9CDB0-16FE-4787-A928-6F7A39C0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15C01B-EAD2-4EE3-A5C6-0CA22AEC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06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5BC63-6064-4DFE-8AB9-68573D75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647CA4-1981-48DE-951F-9A7DC51CA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D019A5-FE09-4D70-AB03-52512B12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B6CED5-F0DD-4E95-927E-ACB08DDB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62D8C-16B4-4666-9E14-3341EF53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2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103CD-F68F-4227-9A4E-F4858732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CD98C3-0B97-4578-967D-433BB5C3B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25202-FEE0-44F0-BECB-B4DF5F14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0EF583-DDF3-4EC1-8F86-684E15D3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C69CA2-8C7B-4CF2-A9E8-E5CBF32E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137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E611D-9CDE-4C55-B224-4807702E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A666CD-CED5-4D19-9B27-63B4B2E3E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CE433F-D5E8-4A30-A337-F13352BF0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CDE00B-D971-4B4C-9C30-C3C1D31F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DA7D0D-E601-4E36-B1D6-BC26B6762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F8E96-9AB1-4C28-ACFA-4594BC2C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4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D3F7E-3660-4CB5-8782-2A72844B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7BC343-B840-433B-8836-2960B9C98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653B2C-87A8-49F0-9811-A27D8C68A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FD441B-E05C-4A75-B695-95BBDFDF4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8034CB-169D-4160-89DB-E13521B4B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EECD22-F6D3-4B36-BF3A-809A2806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1559D1-6EDF-455D-B5F3-5164749C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566DF1-06BD-4BCE-B726-B2BA0B3E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925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596A7-C7C8-4222-A6CB-A44E12FE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663C2C-439A-41B2-89A7-D525F4C2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135CCC-748C-40BC-BDAA-3BD0C479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51982A-ADAF-49B4-9AF2-C30B6C45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96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721F1D-99EC-4604-B197-6DC108C5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E8A7C4-1415-4502-9F44-78AA9F5B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B46EE4-236D-4E56-8339-A64A96553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907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82F08-0590-47B7-8E32-5AE17CDB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53B388-FC14-4020-BED6-AB1FF9F6C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D3C7DD-F25C-45C6-82BD-14F2112C3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FAF679-FF2F-40A8-B521-2F61BEA7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9CF587-24A8-4218-A7B4-9C0C3478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77D1EE-DBE5-463E-855F-5D4B0B04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16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3AC5D-1D3D-46D9-AA70-2AB952DA6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B620AFE-DD58-430A-9E13-BFE389829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52379A-C0F9-4762-8BB0-0D6B0FD0A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14161-66D5-4B8D-A1F0-D0CFA07D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E4AC08-8A37-41C6-947F-D7A31658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ED9867-16BF-4CCC-8B15-CA6133E5D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945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14665-6977-4B08-A843-83DE3AC2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B23A27-9581-49AA-BF7E-F73BBCF7B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F5582-1146-46CF-B010-86DA9A4E9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981CCD-2C38-4DD8-A362-C1650722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22B23A-F0CE-4943-B818-E426DDB1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135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065A97-0C34-4B03-A0F9-CE852CBD4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BD1630-0FF6-4A96-A626-D0F62D1EC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5E58AB-7EA3-425D-A9E0-FBF4BE8A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197169-559A-4506-8B21-52C00519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3022BF-1FE6-4DF5-8CAC-4AD9B0C4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155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B094F8-F19E-4BF8-A87A-76EA5AC0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4383A2-964D-4B2E-8376-5BD3D10B2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4834E-FB91-438A-B0EE-30CFDA2EF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4C4CC-B2C1-499D-B914-E986978F968C}" type="datetimeFigureOut">
              <a:rPr lang="es-CO" smtClean="0"/>
              <a:t>10/09/2021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6DD333-F0D2-485F-A342-019605999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CD81BA-1BF9-4C9C-AAA2-0315547F9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934DB-E0DD-4276-9A2A-DDA1343A1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70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3578274-1229-4F3F-929A-C9DE4EFE4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6369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325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DB45BDB-D2F9-4743-A195-F68E8BC4C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197763"/>
              </p:ext>
            </p:extLst>
          </p:nvPr>
        </p:nvGraphicFramePr>
        <p:xfrm>
          <a:off x="340426" y="77189"/>
          <a:ext cx="11851574" cy="6703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7312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165</Words>
  <Application>Microsoft Office PowerPoint</Application>
  <PresentationFormat>Panorámica</PresentationFormat>
  <Paragraphs>35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Herney Salazar</dc:creator>
  <cp:lastModifiedBy>Herney Salazar</cp:lastModifiedBy>
  <cp:revision>2</cp:revision>
  <dcterms:created xsi:type="dcterms:W3CDTF">2021-09-10T17:02:56Z</dcterms:created>
  <dcterms:modified xsi:type="dcterms:W3CDTF">2021-09-10T18:03:27Z</dcterms:modified>
</cp:coreProperties>
</file>